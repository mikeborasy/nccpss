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1" r:id="rId1"/>
    <p:sldMasterId id="2147483722" r:id="rId2"/>
    <p:sldMasterId id="2147483723" r:id="rId3"/>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type="screen16x9"/>
  <p:notesSz cx="6858000" cy="9144000"/>
  <p:embeddedFontLst>
    <p:embeddedFont>
      <p:font typeface="Avenir" panose="02000503020000020003" pitchFamily="2" charset="0"/>
      <p:regular r:id="rId23"/>
      <p:italic r:id="rId24"/>
    </p:embeddedFont>
    <p:embeddedFont>
      <p:font typeface="Karla" pitchFamily="2" charset="77"/>
      <p:regular r:id="rId25"/>
      <p:bold r:id="rId26"/>
      <p:italic r:id="rId27"/>
      <p:boldItalic r:id="rId28"/>
    </p:embeddedFont>
    <p:embeddedFont>
      <p:font typeface="Plus Jakarta Sans" pitchFamily="2" charset="77"/>
      <p:regular r:id="rId29"/>
      <p:bold r:id="rId30"/>
      <p:italic r:id="rId31"/>
      <p:boldItalic r:id="rId32"/>
    </p:embeddedFont>
    <p:embeddedFont>
      <p:font typeface="Rammetto One" pitchFamily="2" charset="0"/>
      <p:regular r:id="rId33"/>
    </p:embeddedFont>
    <p:embeddedFont>
      <p:font typeface="Work Sans" pitchFamily="2" charset="77"/>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635"/>
  </p:normalViewPr>
  <p:slideViewPr>
    <p:cSldViewPr snapToGrid="0">
      <p:cViewPr varScale="1">
        <p:scale>
          <a:sx n="201" d="100"/>
          <a:sy n="201" d="100"/>
        </p:scale>
        <p:origin x="90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4.fntdata"/><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font" Target="fonts/font12.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9.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d2c94517e7_1_3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g3d2c94517e7_1_3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Usman</a:t>
            </a:r>
            <a:endParaRPr/>
          </a:p>
        </p:txBody>
      </p:sp>
      <p:sp>
        <p:nvSpPr>
          <p:cNvPr id="439" name="Google Shape;439;g3d2c94517e7_1_3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d2c94517e7_1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3d2c94517e7_1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Usman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d2c94517e7_1_38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Usman</a:t>
            </a:r>
            <a:endParaRPr/>
          </a:p>
        </p:txBody>
      </p:sp>
      <p:sp>
        <p:nvSpPr>
          <p:cNvPr id="455" name="Google Shape;455;g3d2c94517e7_1_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d2c94517e7_1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d2c94517e7_1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Usman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d2c94517e7_1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d2c94517e7_1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Usman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d2c94517e7_1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d2c94517e7_1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Claudia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d2c94517e7_1_46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Claudia</a:t>
            </a:r>
            <a:endParaRPr/>
          </a:p>
          <a:p>
            <a:pPr marL="0" lvl="0" indent="0" algn="l" rtl="0">
              <a:spcBef>
                <a:spcPts val="0"/>
              </a:spcBef>
              <a:spcAft>
                <a:spcPts val="0"/>
              </a:spcAft>
              <a:buNone/>
            </a:pPr>
            <a:endParaRPr/>
          </a:p>
          <a:p>
            <a:pPr marL="177800" lvl="0" indent="-171450" algn="l" rtl="0">
              <a:lnSpc>
                <a:spcPct val="90000"/>
              </a:lnSpc>
              <a:spcBef>
                <a:spcPts val="0"/>
              </a:spcBef>
              <a:spcAft>
                <a:spcPts val="0"/>
              </a:spcAft>
              <a:buClr>
                <a:srgbClr val="4B9CD3"/>
              </a:buClr>
              <a:buSzPts val="2100"/>
              <a:buChar char="•"/>
            </a:pPr>
            <a:r>
              <a:rPr lang="en" sz="2100">
                <a:solidFill>
                  <a:srgbClr val="13284B"/>
                </a:solidFill>
              </a:rPr>
              <a:t>Export data from Access and Drupal</a:t>
            </a:r>
            <a:endParaRPr sz="2100">
              <a:solidFill>
                <a:srgbClr val="13284B"/>
              </a:solidFill>
            </a:endParaRPr>
          </a:p>
          <a:p>
            <a:pPr marL="520700" lvl="1" indent="-177800" algn="l" rtl="0">
              <a:lnSpc>
                <a:spcPct val="90000"/>
              </a:lnSpc>
              <a:spcBef>
                <a:spcPts val="400"/>
              </a:spcBef>
              <a:spcAft>
                <a:spcPts val="0"/>
              </a:spcAft>
              <a:buClr>
                <a:srgbClr val="4B9CD3"/>
              </a:buClr>
              <a:buSzPts val="1800"/>
              <a:buChar char="•"/>
            </a:pPr>
            <a:r>
              <a:rPr lang="en" sz="1800">
                <a:solidFill>
                  <a:srgbClr val="13284B"/>
                </a:solidFill>
              </a:rPr>
              <a:t>Load raw data into Microsoft Fabric</a:t>
            </a:r>
            <a:endParaRPr sz="1800">
              <a:solidFill>
                <a:srgbClr val="13284B"/>
              </a:solidFill>
            </a:endParaRPr>
          </a:p>
          <a:p>
            <a:pPr marL="520700" lvl="1" indent="-177800" algn="l" rtl="0">
              <a:lnSpc>
                <a:spcPct val="90000"/>
              </a:lnSpc>
              <a:spcBef>
                <a:spcPts val="400"/>
              </a:spcBef>
              <a:spcAft>
                <a:spcPts val="0"/>
              </a:spcAft>
              <a:buClr>
                <a:srgbClr val="4B9CD3"/>
              </a:buClr>
              <a:buSzPts val="1800"/>
              <a:buChar char="•"/>
            </a:pPr>
            <a:r>
              <a:rPr lang="en" sz="1800">
                <a:solidFill>
                  <a:srgbClr val="13284B"/>
                </a:solidFill>
              </a:rPr>
              <a:t>Clean and standardize fields</a:t>
            </a:r>
            <a:endParaRPr sz="1800">
              <a:solidFill>
                <a:srgbClr val="13284B"/>
              </a:solidFill>
            </a:endParaRPr>
          </a:p>
          <a:p>
            <a:pPr marL="520700" lvl="1" indent="-177800" algn="l" rtl="0">
              <a:lnSpc>
                <a:spcPct val="90000"/>
              </a:lnSpc>
              <a:spcBef>
                <a:spcPts val="400"/>
              </a:spcBef>
              <a:spcAft>
                <a:spcPts val="0"/>
              </a:spcAft>
              <a:buClr>
                <a:srgbClr val="4B9CD3"/>
              </a:buClr>
              <a:buSzPts val="1800"/>
              <a:buChar char="•"/>
            </a:pPr>
            <a:r>
              <a:rPr lang="en" sz="1800">
                <a:solidFill>
                  <a:srgbClr val="13284B"/>
                </a:solidFill>
              </a:rPr>
              <a:t>Match records and assign unique IDs</a:t>
            </a:r>
            <a:endParaRPr sz="1800">
              <a:solidFill>
                <a:srgbClr val="13284B"/>
              </a:solidFill>
            </a:endParaRPr>
          </a:p>
          <a:p>
            <a:pPr marL="520700" lvl="1" indent="-177800" algn="l" rtl="0">
              <a:lnSpc>
                <a:spcPct val="90000"/>
              </a:lnSpc>
              <a:spcBef>
                <a:spcPts val="400"/>
              </a:spcBef>
              <a:spcAft>
                <a:spcPts val="0"/>
              </a:spcAft>
              <a:buClr>
                <a:srgbClr val="4B9CD3"/>
              </a:buClr>
              <a:buSzPts val="1800"/>
              <a:buChar char="•"/>
            </a:pPr>
            <a:r>
              <a:rPr lang="en" sz="1800">
                <a:solidFill>
                  <a:srgbClr val="13284B"/>
                </a:solidFill>
              </a:rPr>
              <a:t>Create three connected tables</a:t>
            </a:r>
            <a:endParaRPr sz="1800">
              <a:solidFill>
                <a:srgbClr val="13284B"/>
              </a:solidFill>
            </a:endParaRPr>
          </a:p>
          <a:p>
            <a:pPr marL="520700" lvl="1" indent="-177800" algn="l" rtl="0">
              <a:lnSpc>
                <a:spcPct val="90000"/>
              </a:lnSpc>
              <a:spcBef>
                <a:spcPts val="400"/>
              </a:spcBef>
              <a:spcAft>
                <a:spcPts val="0"/>
              </a:spcAft>
              <a:buClr>
                <a:srgbClr val="4B9CD3"/>
              </a:buClr>
              <a:buSzPts val="1800"/>
              <a:buChar char="•"/>
            </a:pPr>
            <a:r>
              <a:rPr lang="en" sz="1800">
                <a:solidFill>
                  <a:srgbClr val="13284B"/>
                </a:solidFill>
              </a:rPr>
              <a:t>Use Power BI for reporting and dashboards</a:t>
            </a:r>
            <a:endParaRPr/>
          </a:p>
        </p:txBody>
      </p:sp>
      <p:sp>
        <p:nvSpPr>
          <p:cNvPr id="523" name="Google Shape;523;g3d2c94517e7_1_4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d2c94517e7_1_49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lnSpc>
                <a:spcPct val="90000"/>
              </a:lnSpc>
              <a:spcBef>
                <a:spcPts val="400"/>
              </a:spcBef>
              <a:spcAft>
                <a:spcPts val="0"/>
              </a:spcAft>
              <a:buNone/>
            </a:pPr>
            <a:r>
              <a:rPr lang="en"/>
              <a:t>Claudia</a:t>
            </a:r>
            <a:endParaRPr/>
          </a:p>
          <a:p>
            <a:pPr marL="0" lvl="0" indent="0" algn="l" rtl="0">
              <a:lnSpc>
                <a:spcPct val="90000"/>
              </a:lnSpc>
              <a:spcBef>
                <a:spcPts val="400"/>
              </a:spcBef>
              <a:spcAft>
                <a:spcPts val="0"/>
              </a:spcAft>
              <a:buNone/>
            </a:pPr>
            <a:r>
              <a:rPr lang="en"/>
              <a:t>Add table about multi select counties</a:t>
            </a:r>
            <a:endParaRPr/>
          </a:p>
        </p:txBody>
      </p:sp>
      <p:sp>
        <p:nvSpPr>
          <p:cNvPr id="532" name="Google Shape;532;g3d2c94517e7_1_4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3d378b2be99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3d378b2be9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Claudia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d4036528ab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3d4036528a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d378b2be99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3d378b2be9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Michael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d4036528ab_3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3d4036528ab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Michael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d3f5b703d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3d3f5b703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Taylor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d4387ff2c9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d4387ff2c9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d2c94517e7_1_51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00"/>
              <a:t>Taylor</a:t>
            </a:r>
            <a:endParaRPr sz="700"/>
          </a:p>
        </p:txBody>
      </p:sp>
      <p:sp>
        <p:nvSpPr>
          <p:cNvPr id="636" name="Google Shape;636;g3d2c94517e7_1_5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d378b2be99_3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8" name="Google Shape;658;g3d378b2be99_3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highlight>
                  <a:schemeClr val="lt1"/>
                </a:highlight>
                <a:latin typeface="Calibri"/>
                <a:ea typeface="Calibri"/>
                <a:cs typeface="Calibri"/>
                <a:sym typeface="Calibri"/>
              </a:rPr>
              <a:t>Taylor</a:t>
            </a:r>
            <a:endParaRPr sz="1200">
              <a:solidFill>
                <a:schemeClr val="dk1"/>
              </a:solidFill>
              <a:highlight>
                <a:schemeClr val="lt1"/>
              </a:highlight>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highlight>
                  <a:schemeClr val="lt1"/>
                </a:highlight>
                <a:latin typeface="Calibri"/>
                <a:ea typeface="Calibri"/>
                <a:cs typeface="Calibri"/>
                <a:sym typeface="Calibri"/>
              </a:rPr>
              <a:t>The project, conducted in partnership with the MADS students, is expected to have a significant positive impact on the NCCPSS Program. By streamlining the database, the program will gain several key benefits:</a:t>
            </a:r>
            <a:endParaRPr sz="1200">
              <a:solidFill>
                <a:schemeClr val="dk1"/>
              </a:solidFill>
              <a:highlight>
                <a:schemeClr val="lt1"/>
              </a:highlight>
              <a:latin typeface="Calibri"/>
              <a:ea typeface="Calibri"/>
              <a:cs typeface="Calibri"/>
              <a:sym typeface="Calibri"/>
            </a:endParaRPr>
          </a:p>
          <a:p>
            <a:pPr marL="457200" lvl="0" indent="-304800" algn="l" rtl="0">
              <a:lnSpc>
                <a:spcPct val="115000"/>
              </a:lnSpc>
              <a:spcBef>
                <a:spcPts val="1200"/>
              </a:spcBef>
              <a:spcAft>
                <a:spcPts val="0"/>
              </a:spcAft>
              <a:buClr>
                <a:schemeClr val="dk1"/>
              </a:buClr>
              <a:buSzPts val="1200"/>
              <a:buFont typeface="Calibri"/>
              <a:buChar char="●"/>
            </a:pPr>
            <a:r>
              <a:rPr lang="en" sz="1200" b="1">
                <a:solidFill>
                  <a:schemeClr val="dk1"/>
                </a:solidFill>
                <a:highlight>
                  <a:schemeClr val="lt1"/>
                </a:highlight>
                <a:latin typeface="Calibri"/>
                <a:ea typeface="Calibri"/>
                <a:cs typeface="Calibri"/>
                <a:sym typeface="Calibri"/>
              </a:rPr>
              <a:t>Enhanced Data-Driven Decision Making:</a:t>
            </a:r>
            <a:r>
              <a:rPr lang="en" sz="1200">
                <a:solidFill>
                  <a:schemeClr val="dk1"/>
                </a:solidFill>
                <a:highlight>
                  <a:schemeClr val="lt1"/>
                </a:highlight>
                <a:latin typeface="Calibri"/>
                <a:ea typeface="Calibri"/>
                <a:cs typeface="Calibri"/>
                <a:sym typeface="Calibri"/>
              </a:rPr>
              <a:t> A more organized and accessible database will allow program staff to analyze trends, track participant progress, and identify areas for improvement more efficiently. This will support evidence-based planning and program development.</a:t>
            </a:r>
            <a:endParaRPr sz="1200">
              <a:solidFill>
                <a:schemeClr val="dk1"/>
              </a:solidFill>
              <a:highlight>
                <a:schemeClr val="lt1"/>
              </a:highlight>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highlight>
                  <a:schemeClr val="lt1"/>
                </a:highlight>
                <a:latin typeface="Calibri"/>
                <a:ea typeface="Calibri"/>
                <a:cs typeface="Calibri"/>
                <a:sym typeface="Calibri"/>
              </a:rPr>
              <a:t>Improved Reporting:</a:t>
            </a:r>
            <a:r>
              <a:rPr lang="en" sz="1200">
                <a:solidFill>
                  <a:schemeClr val="dk1"/>
                </a:solidFill>
                <a:highlight>
                  <a:schemeClr val="lt1"/>
                </a:highlight>
                <a:latin typeface="Calibri"/>
                <a:ea typeface="Calibri"/>
                <a:cs typeface="Calibri"/>
                <a:sym typeface="Calibri"/>
              </a:rPr>
              <a:t> The streamlined system will simplify the generation of reports for continuous quality improvement, partner organizations, and funding agencies. Accurate and timely reporting will improve transparency and demonstrate program effectiveness.</a:t>
            </a:r>
            <a:endParaRPr sz="1200">
              <a:solidFill>
                <a:schemeClr val="dk1"/>
              </a:solidFill>
              <a:highlight>
                <a:schemeClr val="lt1"/>
              </a:highlight>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highlight>
                  <a:schemeClr val="lt1"/>
                </a:highlight>
                <a:latin typeface="Calibri"/>
                <a:ea typeface="Calibri"/>
                <a:cs typeface="Calibri"/>
                <a:sym typeface="Calibri"/>
              </a:rPr>
              <a:t>Support for Funding Opportunities:</a:t>
            </a:r>
            <a:r>
              <a:rPr lang="en" sz="1200">
                <a:solidFill>
                  <a:schemeClr val="dk1"/>
                </a:solidFill>
                <a:highlight>
                  <a:schemeClr val="lt1"/>
                </a:highlight>
                <a:latin typeface="Calibri"/>
                <a:ea typeface="Calibri"/>
                <a:cs typeface="Calibri"/>
                <a:sym typeface="Calibri"/>
              </a:rPr>
              <a:t> With improved data and reporting capabilities, the program will be better positioned to meet funder expectations, which often require detailed output metrics.</a:t>
            </a:r>
            <a:endParaRPr sz="1200">
              <a:solidFill>
                <a:schemeClr val="dk1"/>
              </a:solidFill>
              <a:highlight>
                <a:schemeClr val="lt1"/>
              </a:highlight>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highlight>
                  <a:schemeClr val="lt1"/>
                </a:highlight>
                <a:latin typeface="Calibri"/>
                <a:ea typeface="Calibri"/>
                <a:cs typeface="Calibri"/>
                <a:sym typeface="Calibri"/>
              </a:rPr>
              <a:t>Operational Efficiency:</a:t>
            </a:r>
            <a:r>
              <a:rPr lang="en" sz="1200">
                <a:solidFill>
                  <a:schemeClr val="dk1"/>
                </a:solidFill>
                <a:highlight>
                  <a:schemeClr val="lt1"/>
                </a:highlight>
                <a:latin typeface="Calibri"/>
                <a:ea typeface="Calibri"/>
                <a:cs typeface="Calibri"/>
                <a:sym typeface="Calibri"/>
              </a:rPr>
              <a:t> Reducing manual data entry and improving data organization will free up staff time, allowing the team to focus more on training, evaluation, and participant support.</a:t>
            </a:r>
            <a:endParaRPr sz="1200">
              <a:solidFill>
                <a:schemeClr val="dk1"/>
              </a:solidFill>
              <a:highlight>
                <a:schemeClr val="lt1"/>
              </a:highlight>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r>
              <a:rPr lang="en" sz="1200">
                <a:solidFill>
                  <a:schemeClr val="dk1"/>
                </a:solidFill>
                <a:highlight>
                  <a:schemeClr val="lt1"/>
                </a:highlight>
                <a:latin typeface="Calibri"/>
                <a:ea typeface="Calibri"/>
                <a:cs typeface="Calibri"/>
                <a:sym typeface="Calibri"/>
              </a:rPr>
              <a:t>Overall, the partnership with the MADS students is expected to strengthen the NCCPSS Program’s infrastructure, increase its capacity for strategic growth, and enhance its ability to serve participants effectively.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d3f5b703db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3d3f5b703d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Michael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d2c94517e7_1_53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8" name="Google Shape;688;g3d2c94517e7_1_5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with Full Signature">
  <p:cSld name="Cover with Full Signature">
    <p:spTree>
      <p:nvGrpSpPr>
        <p:cNvPr id="1" name="Shape 50"/>
        <p:cNvGrpSpPr/>
        <p:nvPr/>
      </p:nvGrpSpPr>
      <p:grpSpPr>
        <a:xfrm>
          <a:off x="0" y="0"/>
          <a:ext cx="0" cy="0"/>
          <a:chOff x="0" y="0"/>
          <a:chExt cx="0" cy="0"/>
        </a:xfrm>
      </p:grpSpPr>
      <p:sp>
        <p:nvSpPr>
          <p:cNvPr id="51" name="Google Shape;51;p13"/>
          <p:cNvSpPr/>
          <p:nvPr/>
        </p:nvSpPr>
        <p:spPr>
          <a:xfrm>
            <a:off x="0" y="3882680"/>
            <a:ext cx="9144000" cy="12822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2" name="Google Shape;52;p13"/>
          <p:cNvSpPr txBox="1">
            <a:spLocks noGrp="1"/>
          </p:cNvSpPr>
          <p:nvPr>
            <p:ph type="title"/>
          </p:nvPr>
        </p:nvSpPr>
        <p:spPr>
          <a:xfrm>
            <a:off x="457200" y="1110100"/>
            <a:ext cx="8229600" cy="1900500"/>
          </a:xfrm>
          <a:prstGeom prst="rect">
            <a:avLst/>
          </a:prstGeom>
          <a:noFill/>
          <a:ln>
            <a:noFill/>
          </a:ln>
        </p:spPr>
        <p:txBody>
          <a:bodyPr spcFirstLastPara="1" wrap="square" lIns="68575" tIns="34275" rIns="68575" bIns="34275" anchor="t" anchorCtr="0">
            <a:normAutofit/>
          </a:bodyPr>
          <a:lstStyle>
            <a:lvl1pPr lvl="0" algn="l">
              <a:lnSpc>
                <a:spcPct val="100000"/>
              </a:lnSpc>
              <a:spcBef>
                <a:spcPts val="0"/>
              </a:spcBef>
              <a:spcAft>
                <a:spcPts val="0"/>
              </a:spcAft>
              <a:buClr>
                <a:schemeClr val="accent1"/>
              </a:buClr>
              <a:buSzPts val="5400"/>
              <a:buFont typeface="Arial"/>
              <a:buNone/>
              <a:defRPr sz="5400">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3" name="Google Shape;53;p13"/>
          <p:cNvSpPr txBox="1">
            <a:spLocks noGrp="1"/>
          </p:cNvSpPr>
          <p:nvPr>
            <p:ph type="body" idx="1"/>
          </p:nvPr>
        </p:nvSpPr>
        <p:spPr>
          <a:xfrm>
            <a:off x="457200" y="3135829"/>
            <a:ext cx="8229600" cy="3429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700"/>
              <a:buNone/>
              <a:defRPr sz="1700" b="1">
                <a:solidFill>
                  <a:schemeClr val="dk1"/>
                </a:solidFill>
              </a:defRPr>
            </a:lvl1pPr>
            <a:lvl2pPr marL="914400" lvl="1" indent="-228600" algn="l">
              <a:lnSpc>
                <a:spcPct val="90000"/>
              </a:lnSpc>
              <a:spcBef>
                <a:spcPts val="1200"/>
              </a:spcBef>
              <a:spcAft>
                <a:spcPts val="0"/>
              </a:spcAft>
              <a:buSzPts val="1500"/>
              <a:buNone/>
              <a:defRPr sz="1500">
                <a:solidFill>
                  <a:srgbClr val="888B94"/>
                </a:solidFill>
              </a:defRPr>
            </a:lvl2pPr>
            <a:lvl3pPr marL="1371600" lvl="2" indent="-228600" algn="l">
              <a:lnSpc>
                <a:spcPct val="90000"/>
              </a:lnSpc>
              <a:spcBef>
                <a:spcPts val="1200"/>
              </a:spcBef>
              <a:spcAft>
                <a:spcPts val="0"/>
              </a:spcAft>
              <a:buSzPts val="1400"/>
              <a:buNone/>
              <a:defRPr sz="1400">
                <a:solidFill>
                  <a:srgbClr val="888B94"/>
                </a:solidFill>
              </a:defRPr>
            </a:lvl3pPr>
            <a:lvl4pPr marL="1828800" lvl="3" indent="-228600" algn="l">
              <a:lnSpc>
                <a:spcPct val="90000"/>
              </a:lnSpc>
              <a:spcBef>
                <a:spcPts val="1200"/>
              </a:spcBef>
              <a:spcAft>
                <a:spcPts val="0"/>
              </a:spcAft>
              <a:buSzPts val="1200"/>
              <a:buNone/>
              <a:defRPr sz="1200">
                <a:solidFill>
                  <a:srgbClr val="888B94"/>
                </a:solidFill>
              </a:defRPr>
            </a:lvl4pPr>
            <a:lvl5pPr marL="2286000" lvl="4" indent="-228600" algn="l">
              <a:lnSpc>
                <a:spcPct val="90000"/>
              </a:lnSpc>
              <a:spcBef>
                <a:spcPts val="1200"/>
              </a:spcBef>
              <a:spcAft>
                <a:spcPts val="0"/>
              </a:spcAft>
              <a:buSzPts val="1200"/>
              <a:buNone/>
              <a:defRPr sz="1200">
                <a:solidFill>
                  <a:srgbClr val="888B94"/>
                </a:solidFill>
              </a:defRPr>
            </a:lvl5pPr>
            <a:lvl6pPr marL="2743200" lvl="5" indent="-228600" algn="l">
              <a:lnSpc>
                <a:spcPct val="90000"/>
              </a:lnSpc>
              <a:spcBef>
                <a:spcPts val="1200"/>
              </a:spcBef>
              <a:spcAft>
                <a:spcPts val="0"/>
              </a:spcAft>
              <a:buClr>
                <a:srgbClr val="888B94"/>
              </a:buClr>
              <a:buSzPts val="1200"/>
              <a:buNone/>
              <a:defRPr sz="1200">
                <a:solidFill>
                  <a:srgbClr val="888B94"/>
                </a:solidFill>
              </a:defRPr>
            </a:lvl6pPr>
            <a:lvl7pPr marL="3200400" lvl="6" indent="-228600" algn="l">
              <a:lnSpc>
                <a:spcPct val="90000"/>
              </a:lnSpc>
              <a:spcBef>
                <a:spcPts val="1200"/>
              </a:spcBef>
              <a:spcAft>
                <a:spcPts val="0"/>
              </a:spcAft>
              <a:buClr>
                <a:srgbClr val="888B94"/>
              </a:buClr>
              <a:buSzPts val="1200"/>
              <a:buNone/>
              <a:defRPr sz="1200">
                <a:solidFill>
                  <a:srgbClr val="888B94"/>
                </a:solidFill>
              </a:defRPr>
            </a:lvl7pPr>
            <a:lvl8pPr marL="3657600" lvl="7" indent="-228600" algn="l">
              <a:lnSpc>
                <a:spcPct val="90000"/>
              </a:lnSpc>
              <a:spcBef>
                <a:spcPts val="1200"/>
              </a:spcBef>
              <a:spcAft>
                <a:spcPts val="0"/>
              </a:spcAft>
              <a:buClr>
                <a:srgbClr val="888B94"/>
              </a:buClr>
              <a:buSzPts val="1200"/>
              <a:buNone/>
              <a:defRPr sz="1200">
                <a:solidFill>
                  <a:srgbClr val="888B94"/>
                </a:solidFill>
              </a:defRPr>
            </a:lvl8pPr>
            <a:lvl9pPr marL="4114800" lvl="8" indent="-228600" algn="l">
              <a:lnSpc>
                <a:spcPct val="90000"/>
              </a:lnSpc>
              <a:spcBef>
                <a:spcPts val="1200"/>
              </a:spcBef>
              <a:spcAft>
                <a:spcPts val="1200"/>
              </a:spcAft>
              <a:buClr>
                <a:srgbClr val="888B94"/>
              </a:buClr>
              <a:buSzPts val="1200"/>
              <a:buNone/>
              <a:defRPr sz="1200">
                <a:solidFill>
                  <a:srgbClr val="888B94"/>
                </a:solidFill>
              </a:defRPr>
            </a:lvl9pPr>
          </a:lstStyle>
          <a:p>
            <a:endParaRPr/>
          </a:p>
        </p:txBody>
      </p:sp>
      <p:pic>
        <p:nvPicPr>
          <p:cNvPr id="54" name="Google Shape;54;p13"/>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55" name="Google Shape;55;p13"/>
          <p:cNvSpPr txBox="1">
            <a:spLocks noGrp="1"/>
          </p:cNvSpPr>
          <p:nvPr>
            <p:ph type="body" idx="2"/>
          </p:nvPr>
        </p:nvSpPr>
        <p:spPr>
          <a:xfrm>
            <a:off x="462914" y="384703"/>
            <a:ext cx="4068900" cy="3429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700"/>
              <a:buNone/>
              <a:defRPr sz="1700">
                <a:solidFill>
                  <a:schemeClr val="dk1"/>
                </a:solidFill>
              </a:defRPr>
            </a:lvl1pPr>
            <a:lvl2pPr marL="914400" lvl="1" indent="-228600" algn="l">
              <a:lnSpc>
                <a:spcPct val="90000"/>
              </a:lnSpc>
              <a:spcBef>
                <a:spcPts val="1200"/>
              </a:spcBef>
              <a:spcAft>
                <a:spcPts val="0"/>
              </a:spcAft>
              <a:buSzPts val="1500"/>
              <a:buNone/>
              <a:defRPr sz="1500">
                <a:solidFill>
                  <a:srgbClr val="888B94"/>
                </a:solidFill>
              </a:defRPr>
            </a:lvl2pPr>
            <a:lvl3pPr marL="1371600" lvl="2" indent="-228600" algn="l">
              <a:lnSpc>
                <a:spcPct val="90000"/>
              </a:lnSpc>
              <a:spcBef>
                <a:spcPts val="1200"/>
              </a:spcBef>
              <a:spcAft>
                <a:spcPts val="0"/>
              </a:spcAft>
              <a:buSzPts val="1400"/>
              <a:buNone/>
              <a:defRPr sz="1400">
                <a:solidFill>
                  <a:srgbClr val="888B94"/>
                </a:solidFill>
              </a:defRPr>
            </a:lvl3pPr>
            <a:lvl4pPr marL="1828800" lvl="3" indent="-228600" algn="l">
              <a:lnSpc>
                <a:spcPct val="90000"/>
              </a:lnSpc>
              <a:spcBef>
                <a:spcPts val="1200"/>
              </a:spcBef>
              <a:spcAft>
                <a:spcPts val="0"/>
              </a:spcAft>
              <a:buSzPts val="1200"/>
              <a:buNone/>
              <a:defRPr sz="1200">
                <a:solidFill>
                  <a:srgbClr val="888B94"/>
                </a:solidFill>
              </a:defRPr>
            </a:lvl4pPr>
            <a:lvl5pPr marL="2286000" lvl="4" indent="-228600" algn="l">
              <a:lnSpc>
                <a:spcPct val="90000"/>
              </a:lnSpc>
              <a:spcBef>
                <a:spcPts val="1200"/>
              </a:spcBef>
              <a:spcAft>
                <a:spcPts val="0"/>
              </a:spcAft>
              <a:buSzPts val="1200"/>
              <a:buNone/>
              <a:defRPr sz="1200">
                <a:solidFill>
                  <a:srgbClr val="888B94"/>
                </a:solidFill>
              </a:defRPr>
            </a:lvl5pPr>
            <a:lvl6pPr marL="2743200" lvl="5" indent="-228600" algn="l">
              <a:lnSpc>
                <a:spcPct val="90000"/>
              </a:lnSpc>
              <a:spcBef>
                <a:spcPts val="1200"/>
              </a:spcBef>
              <a:spcAft>
                <a:spcPts val="0"/>
              </a:spcAft>
              <a:buClr>
                <a:srgbClr val="888B94"/>
              </a:buClr>
              <a:buSzPts val="1200"/>
              <a:buNone/>
              <a:defRPr sz="1200">
                <a:solidFill>
                  <a:srgbClr val="888B94"/>
                </a:solidFill>
              </a:defRPr>
            </a:lvl6pPr>
            <a:lvl7pPr marL="3200400" lvl="6" indent="-228600" algn="l">
              <a:lnSpc>
                <a:spcPct val="90000"/>
              </a:lnSpc>
              <a:spcBef>
                <a:spcPts val="1200"/>
              </a:spcBef>
              <a:spcAft>
                <a:spcPts val="0"/>
              </a:spcAft>
              <a:buClr>
                <a:srgbClr val="888B94"/>
              </a:buClr>
              <a:buSzPts val="1200"/>
              <a:buNone/>
              <a:defRPr sz="1200">
                <a:solidFill>
                  <a:srgbClr val="888B94"/>
                </a:solidFill>
              </a:defRPr>
            </a:lvl7pPr>
            <a:lvl8pPr marL="3657600" lvl="7" indent="-228600" algn="l">
              <a:lnSpc>
                <a:spcPct val="90000"/>
              </a:lnSpc>
              <a:spcBef>
                <a:spcPts val="1200"/>
              </a:spcBef>
              <a:spcAft>
                <a:spcPts val="0"/>
              </a:spcAft>
              <a:buClr>
                <a:srgbClr val="888B94"/>
              </a:buClr>
              <a:buSzPts val="1200"/>
              <a:buNone/>
              <a:defRPr sz="1200">
                <a:solidFill>
                  <a:srgbClr val="888B94"/>
                </a:solidFill>
              </a:defRPr>
            </a:lvl8pPr>
            <a:lvl9pPr marL="4114800" lvl="8" indent="-228600" algn="l">
              <a:lnSpc>
                <a:spcPct val="90000"/>
              </a:lnSpc>
              <a:spcBef>
                <a:spcPts val="1200"/>
              </a:spcBef>
              <a:spcAft>
                <a:spcPts val="1200"/>
              </a:spcAft>
              <a:buClr>
                <a:srgbClr val="888B94"/>
              </a:buClr>
              <a:buSzPts val="1200"/>
              <a:buNone/>
              <a:defRPr sz="1200">
                <a:solidFill>
                  <a:srgbClr val="888B94"/>
                </a:solidFill>
              </a:defRPr>
            </a:lvl9pPr>
          </a:lstStyle>
          <a:p>
            <a:endParaRPr/>
          </a:p>
        </p:txBody>
      </p:sp>
      <p:pic>
        <p:nvPicPr>
          <p:cNvPr id="56" name="Google Shape;56;p13"/>
          <p:cNvPicPr preferRelativeResize="0"/>
          <p:nvPr/>
        </p:nvPicPr>
        <p:blipFill rotWithShape="1">
          <a:blip r:embed="rId3">
            <a:alphaModFix/>
          </a:blip>
          <a:srcRect l="290" t="50000" r="-150" b="-10002"/>
          <a:stretch/>
        </p:blipFill>
        <p:spPr>
          <a:xfrm>
            <a:off x="6172200" y="-5812"/>
            <a:ext cx="3497578" cy="617220"/>
          </a:xfrm>
          <a:prstGeom prst="rect">
            <a:avLst/>
          </a:prstGeom>
          <a:noFill/>
          <a:ln>
            <a:noFill/>
          </a:ln>
        </p:spPr>
      </p:pic>
      <p:pic>
        <p:nvPicPr>
          <p:cNvPr id="57" name="Google Shape;57;p13"/>
          <p:cNvPicPr preferRelativeResize="0"/>
          <p:nvPr/>
        </p:nvPicPr>
        <p:blipFill rotWithShape="1">
          <a:blip r:embed="rId4">
            <a:alphaModFix/>
          </a:blip>
          <a:srcRect/>
          <a:stretch/>
        </p:blipFill>
        <p:spPr>
          <a:xfrm>
            <a:off x="457200" y="4093848"/>
            <a:ext cx="2758966" cy="859937"/>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BAE40"/>
          </p15:clr>
        </p15:guide>
        <p15:guide id="2" pos="54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Photo Left">
  <p:cSld name="Content with Photo Left">
    <p:spTree>
      <p:nvGrpSpPr>
        <p:cNvPr id="1" name="Shape 58"/>
        <p:cNvGrpSpPr/>
        <p:nvPr/>
      </p:nvGrpSpPr>
      <p:grpSpPr>
        <a:xfrm>
          <a:off x="0" y="0"/>
          <a:ext cx="0" cy="0"/>
          <a:chOff x="0" y="0"/>
          <a:chExt cx="0" cy="0"/>
        </a:xfrm>
      </p:grpSpPr>
      <p:sp>
        <p:nvSpPr>
          <p:cNvPr id="59" name="Google Shape;59;p14"/>
          <p:cNvSpPr/>
          <p:nvPr/>
        </p:nvSpPr>
        <p:spPr>
          <a:xfrm>
            <a:off x="0" y="4612115"/>
            <a:ext cx="9144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0" name="Google Shape;60;p14"/>
          <p:cNvSpPr txBox="1">
            <a:spLocks noGrp="1"/>
          </p:cNvSpPr>
          <p:nvPr>
            <p:ph type="title"/>
          </p:nvPr>
        </p:nvSpPr>
        <p:spPr>
          <a:xfrm>
            <a:off x="459000" y="257175"/>
            <a:ext cx="75447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61" name="Google Shape;61;p14"/>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62" name="Google Shape;62;p14"/>
          <p:cNvSpPr txBox="1">
            <a:spLocks noGrp="1"/>
          </p:cNvSpPr>
          <p:nvPr>
            <p:ph type="body" idx="1"/>
          </p:nvPr>
        </p:nvSpPr>
        <p:spPr>
          <a:xfrm>
            <a:off x="3482789" y="1357739"/>
            <a:ext cx="5202300" cy="2891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12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63" name="Google Shape;63;p14"/>
          <p:cNvSpPr>
            <a:spLocks noGrp="1"/>
          </p:cNvSpPr>
          <p:nvPr>
            <p:ph type="pic" idx="2"/>
          </p:nvPr>
        </p:nvSpPr>
        <p:spPr>
          <a:xfrm>
            <a:off x="548640" y="1354214"/>
            <a:ext cx="2611500" cy="2891400"/>
          </a:xfrm>
          <a:prstGeom prst="rect">
            <a:avLst/>
          </a:prstGeom>
          <a:noFill/>
          <a:ln>
            <a:noFill/>
          </a:ln>
        </p:spPr>
      </p:sp>
      <p:sp>
        <p:nvSpPr>
          <p:cNvPr id="64" name="Google Shape;64;p14"/>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rmAutofit lnSpcReduction="20000"/>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4"/>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6" name="Google Shape;66;p14"/>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Navy">
  <p:cSld name="Content with Navy">
    <p:spTree>
      <p:nvGrpSpPr>
        <p:cNvPr id="1" name="Shape 67"/>
        <p:cNvGrpSpPr/>
        <p:nvPr/>
      </p:nvGrpSpPr>
      <p:grpSpPr>
        <a:xfrm>
          <a:off x="0" y="0"/>
          <a:ext cx="0" cy="0"/>
          <a:chOff x="0" y="0"/>
          <a:chExt cx="0" cy="0"/>
        </a:xfrm>
      </p:grpSpPr>
      <p:sp>
        <p:nvSpPr>
          <p:cNvPr id="68" name="Google Shape;68;p15"/>
          <p:cNvSpPr/>
          <p:nvPr/>
        </p:nvSpPr>
        <p:spPr>
          <a:xfrm>
            <a:off x="7458075" y="-37443"/>
            <a:ext cx="1686000" cy="52185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 name="Google Shape;69;p15"/>
          <p:cNvSpPr txBox="1">
            <a:spLocks noGrp="1"/>
          </p:cNvSpPr>
          <p:nvPr>
            <p:ph type="title"/>
          </p:nvPr>
        </p:nvSpPr>
        <p:spPr>
          <a:xfrm>
            <a:off x="464400" y="257175"/>
            <a:ext cx="6271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0" name="Google Shape;70;p15"/>
          <p:cNvSpPr txBox="1">
            <a:spLocks noGrp="1"/>
          </p:cNvSpPr>
          <p:nvPr>
            <p:ph type="body" idx="1"/>
          </p:nvPr>
        </p:nvSpPr>
        <p:spPr>
          <a:xfrm>
            <a:off x="464401" y="1357739"/>
            <a:ext cx="62715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12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pic>
        <p:nvPicPr>
          <p:cNvPr id="71" name="Google Shape;71;p15"/>
          <p:cNvPicPr preferRelativeResize="0"/>
          <p:nvPr/>
        </p:nvPicPr>
        <p:blipFill rotWithShape="1">
          <a:blip r:embed="rId2">
            <a:alphaModFix/>
          </a:blip>
          <a:srcRect/>
          <a:stretch/>
        </p:blipFill>
        <p:spPr>
          <a:xfrm>
            <a:off x="8272346" y="257175"/>
            <a:ext cx="614479" cy="480060"/>
          </a:xfrm>
          <a:prstGeom prst="rect">
            <a:avLst/>
          </a:prstGeom>
          <a:noFill/>
          <a:ln>
            <a:noFill/>
          </a:ln>
        </p:spPr>
      </p:pic>
      <p:sp>
        <p:nvSpPr>
          <p:cNvPr id="72" name="Google Shape;72;p15"/>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rmAutofit lnSpcReduction="20000"/>
          </a:bodyPr>
          <a:lstStyle>
            <a:lvl1pPr marL="0" lvl="0" indent="0" algn="r">
              <a:spcBef>
                <a:spcPts val="0"/>
              </a:spcBef>
              <a:buNone/>
              <a:defRPr sz="900" b="0" i="0" u="none" strike="noStrike" cap="none">
                <a:solidFill>
                  <a:schemeClr val="lt1"/>
                </a:solidFill>
                <a:latin typeface="Arial"/>
                <a:ea typeface="Arial"/>
                <a:cs typeface="Arial"/>
                <a:sym typeface="Arial"/>
              </a:defRPr>
            </a:lvl1pPr>
            <a:lvl2pPr marL="0" lvl="1" indent="0" algn="r">
              <a:spcBef>
                <a:spcPts val="0"/>
              </a:spcBef>
              <a:buNone/>
              <a:defRPr sz="900" b="0" i="0" u="none" strike="noStrike" cap="none">
                <a:solidFill>
                  <a:schemeClr val="lt1"/>
                </a:solidFill>
                <a:latin typeface="Arial"/>
                <a:ea typeface="Arial"/>
                <a:cs typeface="Arial"/>
                <a:sym typeface="Arial"/>
              </a:defRPr>
            </a:lvl2pPr>
            <a:lvl3pPr marL="0" lvl="2" indent="0" algn="r">
              <a:spcBef>
                <a:spcPts val="0"/>
              </a:spcBef>
              <a:buNone/>
              <a:defRPr sz="900" b="0" i="0" u="none" strike="noStrike" cap="none">
                <a:solidFill>
                  <a:schemeClr val="lt1"/>
                </a:solidFill>
                <a:latin typeface="Arial"/>
                <a:ea typeface="Arial"/>
                <a:cs typeface="Arial"/>
                <a:sym typeface="Arial"/>
              </a:defRPr>
            </a:lvl3pPr>
            <a:lvl4pPr marL="0" lvl="3" indent="0" algn="r">
              <a:spcBef>
                <a:spcPts val="0"/>
              </a:spcBef>
              <a:buNone/>
              <a:defRPr sz="900" b="0" i="0" u="none" strike="noStrike" cap="none">
                <a:solidFill>
                  <a:schemeClr val="lt1"/>
                </a:solidFill>
                <a:latin typeface="Arial"/>
                <a:ea typeface="Arial"/>
                <a:cs typeface="Arial"/>
                <a:sym typeface="Arial"/>
              </a:defRPr>
            </a:lvl4pPr>
            <a:lvl5pPr marL="0" lvl="4" indent="0" algn="r">
              <a:spcBef>
                <a:spcPts val="0"/>
              </a:spcBef>
              <a:buNone/>
              <a:defRPr sz="900" b="0" i="0" u="none" strike="noStrike" cap="none">
                <a:solidFill>
                  <a:schemeClr val="lt1"/>
                </a:solidFill>
                <a:latin typeface="Arial"/>
                <a:ea typeface="Arial"/>
                <a:cs typeface="Arial"/>
                <a:sym typeface="Arial"/>
              </a:defRPr>
            </a:lvl5pPr>
            <a:lvl6pPr marL="0" lvl="5" indent="0" algn="r">
              <a:spcBef>
                <a:spcPts val="0"/>
              </a:spcBef>
              <a:buNone/>
              <a:defRPr sz="900" b="0" i="0" u="none" strike="noStrike" cap="none">
                <a:solidFill>
                  <a:schemeClr val="lt1"/>
                </a:solidFill>
                <a:latin typeface="Arial"/>
                <a:ea typeface="Arial"/>
                <a:cs typeface="Arial"/>
                <a:sym typeface="Arial"/>
              </a:defRPr>
            </a:lvl6pPr>
            <a:lvl7pPr marL="0" lvl="6" indent="0" algn="r">
              <a:spcBef>
                <a:spcPts val="0"/>
              </a:spcBef>
              <a:buNone/>
              <a:defRPr sz="900" b="0" i="0" u="none" strike="noStrike" cap="none">
                <a:solidFill>
                  <a:schemeClr val="lt1"/>
                </a:solidFill>
                <a:latin typeface="Arial"/>
                <a:ea typeface="Arial"/>
                <a:cs typeface="Arial"/>
                <a:sym typeface="Arial"/>
              </a:defRPr>
            </a:lvl7pPr>
            <a:lvl8pPr marL="0" lvl="7" indent="0" algn="r">
              <a:spcBef>
                <a:spcPts val="0"/>
              </a:spcBef>
              <a:buNone/>
              <a:defRPr sz="900" b="0" i="0" u="none" strike="noStrike" cap="none">
                <a:solidFill>
                  <a:schemeClr val="lt1"/>
                </a:solidFill>
                <a:latin typeface="Arial"/>
                <a:ea typeface="Arial"/>
                <a:cs typeface="Arial"/>
                <a:sym typeface="Arial"/>
              </a:defRPr>
            </a:lvl8pPr>
            <a:lvl9pPr marL="0" lvl="8" indent="0" algn="r">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3" name="Google Shape;73;p15"/>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4" name="Google Shape;74;p15"/>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with Blank Area">
  <p:cSld name="Content with Blank Area">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464400" y="257175"/>
            <a:ext cx="75393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77" name="Google Shape;77;p16"/>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78" name="Google Shape;78;p16"/>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rmAutofit lnSpcReduction="20000"/>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9" name="Google Shape;79;p16"/>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2 Columns">
  <p:cSld name="Content with 2 Columns">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257175"/>
            <a:ext cx="7546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82" name="Google Shape;82;p17"/>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83" name="Google Shape;83;p17"/>
          <p:cNvSpPr txBox="1">
            <a:spLocks noGrp="1"/>
          </p:cNvSpPr>
          <p:nvPr>
            <p:ph type="body" idx="1"/>
          </p:nvPr>
        </p:nvSpPr>
        <p:spPr>
          <a:xfrm>
            <a:off x="457200" y="1357739"/>
            <a:ext cx="3960900" cy="300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12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4" name="Google Shape;84;p17"/>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rmAutofit lnSpcReduction="20000"/>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5" name="Google Shape;85;p17"/>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6" name="Google Shape;86;p17"/>
          <p:cNvSpPr txBox="1">
            <a:spLocks noGrp="1"/>
          </p:cNvSpPr>
          <p:nvPr>
            <p:ph type="body" idx="2"/>
          </p:nvPr>
        </p:nvSpPr>
        <p:spPr>
          <a:xfrm>
            <a:off x="4726004" y="1357739"/>
            <a:ext cx="3960900" cy="300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12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7" name="Google Shape;87;p17"/>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1200"/>
              </a:spcBef>
              <a:spcAft>
                <a:spcPts val="0"/>
              </a:spcAft>
              <a:buSzPts val="1400"/>
              <a:buChar char="■"/>
              <a:defRPr/>
            </a:lvl3pPr>
            <a:lvl4pPr marL="1828800" lvl="3" indent="-317500" algn="l">
              <a:lnSpc>
                <a:spcPct val="90000"/>
              </a:lnSpc>
              <a:spcBef>
                <a:spcPts val="1200"/>
              </a:spcBef>
              <a:spcAft>
                <a:spcPts val="0"/>
              </a:spcAft>
              <a:buSzPts val="1400"/>
              <a:buChar char="●"/>
              <a:defRPr/>
            </a:lvl4pPr>
            <a:lvl5pPr marL="2286000" lvl="4" indent="-317500" algn="l">
              <a:lnSpc>
                <a:spcPct val="90000"/>
              </a:lnSpc>
              <a:spcBef>
                <a:spcPts val="1200"/>
              </a:spcBef>
              <a:spcAft>
                <a:spcPts val="0"/>
              </a:spcAft>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End Slide with Signature White">
  <p:cSld name="End Slide with Signature White">
    <p:spTree>
      <p:nvGrpSpPr>
        <p:cNvPr id="1" name="Shape 88"/>
        <p:cNvGrpSpPr/>
        <p:nvPr/>
      </p:nvGrpSpPr>
      <p:grpSpPr>
        <a:xfrm>
          <a:off x="0" y="0"/>
          <a:ext cx="0" cy="0"/>
          <a:chOff x="0" y="0"/>
          <a:chExt cx="0" cy="0"/>
        </a:xfrm>
      </p:grpSpPr>
      <p:pic>
        <p:nvPicPr>
          <p:cNvPr id="89" name="Google Shape;89;p18" descr="The University of North Carolina at Chapel Hill"/>
          <p:cNvPicPr preferRelativeResize="0"/>
          <p:nvPr/>
        </p:nvPicPr>
        <p:blipFill rotWithShape="1">
          <a:blip r:embed="rId2">
            <a:alphaModFix/>
          </a:blip>
          <a:srcRect/>
          <a:stretch/>
        </p:blipFill>
        <p:spPr>
          <a:xfrm>
            <a:off x="2961799" y="2069869"/>
            <a:ext cx="3220402" cy="100376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with Full Signature">
  <p:cSld name="Cover with Full Signature">
    <p:spTree>
      <p:nvGrpSpPr>
        <p:cNvPr id="1" name="Shape 94"/>
        <p:cNvGrpSpPr/>
        <p:nvPr/>
      </p:nvGrpSpPr>
      <p:grpSpPr>
        <a:xfrm>
          <a:off x="0" y="0"/>
          <a:ext cx="0" cy="0"/>
          <a:chOff x="0" y="0"/>
          <a:chExt cx="0" cy="0"/>
        </a:xfrm>
      </p:grpSpPr>
      <p:sp>
        <p:nvSpPr>
          <p:cNvPr id="95" name="Google Shape;95;p20"/>
          <p:cNvSpPr/>
          <p:nvPr/>
        </p:nvSpPr>
        <p:spPr>
          <a:xfrm>
            <a:off x="0" y="3882680"/>
            <a:ext cx="9144000" cy="12822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6" name="Google Shape;96;p20"/>
          <p:cNvSpPr txBox="1">
            <a:spLocks noGrp="1"/>
          </p:cNvSpPr>
          <p:nvPr>
            <p:ph type="title"/>
          </p:nvPr>
        </p:nvSpPr>
        <p:spPr>
          <a:xfrm>
            <a:off x="457200" y="1110100"/>
            <a:ext cx="8229600" cy="1900500"/>
          </a:xfrm>
          <a:prstGeom prst="rect">
            <a:avLst/>
          </a:prstGeom>
          <a:noFill/>
          <a:ln>
            <a:noFill/>
          </a:ln>
        </p:spPr>
        <p:txBody>
          <a:bodyPr spcFirstLastPara="1" wrap="square" lIns="68575" tIns="34275" rIns="68575" bIns="34275" anchor="t" anchorCtr="0">
            <a:normAutofit/>
          </a:bodyPr>
          <a:lstStyle>
            <a:lvl1pPr lvl="0" algn="l">
              <a:lnSpc>
                <a:spcPct val="100000"/>
              </a:lnSpc>
              <a:spcBef>
                <a:spcPts val="0"/>
              </a:spcBef>
              <a:spcAft>
                <a:spcPts val="0"/>
              </a:spcAft>
              <a:buClr>
                <a:schemeClr val="accent1"/>
              </a:buClr>
              <a:buSzPts val="5400"/>
              <a:buFont typeface="Arial"/>
              <a:buNone/>
              <a:defRPr sz="54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7" name="Google Shape;97;p20"/>
          <p:cNvSpPr txBox="1">
            <a:spLocks noGrp="1"/>
          </p:cNvSpPr>
          <p:nvPr>
            <p:ph type="body" idx="1"/>
          </p:nvPr>
        </p:nvSpPr>
        <p:spPr>
          <a:xfrm>
            <a:off x="457200" y="3135829"/>
            <a:ext cx="8229600" cy="3429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700"/>
              <a:buNone/>
              <a:defRPr sz="1700" b="1">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98" name="Google Shape;98;p20"/>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99" name="Google Shape;99;p20"/>
          <p:cNvSpPr txBox="1">
            <a:spLocks noGrp="1"/>
          </p:cNvSpPr>
          <p:nvPr>
            <p:ph type="body" idx="2"/>
          </p:nvPr>
        </p:nvSpPr>
        <p:spPr>
          <a:xfrm>
            <a:off x="462914" y="384703"/>
            <a:ext cx="4068900" cy="3429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700"/>
              <a:buNone/>
              <a:defRPr sz="1700">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100" name="Google Shape;100;p20"/>
          <p:cNvPicPr preferRelativeResize="0"/>
          <p:nvPr/>
        </p:nvPicPr>
        <p:blipFill rotWithShape="1">
          <a:blip r:embed="rId3">
            <a:alphaModFix/>
          </a:blip>
          <a:srcRect l="290" t="50000" r="-150" b="-10002"/>
          <a:stretch/>
        </p:blipFill>
        <p:spPr>
          <a:xfrm>
            <a:off x="6172200" y="-5812"/>
            <a:ext cx="3497578" cy="617220"/>
          </a:xfrm>
          <a:prstGeom prst="rect">
            <a:avLst/>
          </a:prstGeom>
          <a:noFill/>
          <a:ln>
            <a:noFill/>
          </a:ln>
        </p:spPr>
      </p:pic>
      <p:pic>
        <p:nvPicPr>
          <p:cNvPr id="101" name="Google Shape;101;p20"/>
          <p:cNvPicPr preferRelativeResize="0"/>
          <p:nvPr/>
        </p:nvPicPr>
        <p:blipFill rotWithShape="1">
          <a:blip r:embed="rId4">
            <a:alphaModFix/>
          </a:blip>
          <a:srcRect/>
          <a:stretch/>
        </p:blipFill>
        <p:spPr>
          <a:xfrm>
            <a:off x="457200" y="4093848"/>
            <a:ext cx="2758966" cy="859937"/>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BAE40"/>
          </p15:clr>
        </p15:guide>
        <p15:guide id="2" pos="54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Navy">
  <p:cSld name="Content with Navy">
    <p:spTree>
      <p:nvGrpSpPr>
        <p:cNvPr id="1" name="Shape 102"/>
        <p:cNvGrpSpPr/>
        <p:nvPr/>
      </p:nvGrpSpPr>
      <p:grpSpPr>
        <a:xfrm>
          <a:off x="0" y="0"/>
          <a:ext cx="0" cy="0"/>
          <a:chOff x="0" y="0"/>
          <a:chExt cx="0" cy="0"/>
        </a:xfrm>
      </p:grpSpPr>
      <p:sp>
        <p:nvSpPr>
          <p:cNvPr id="103" name="Google Shape;103;p21"/>
          <p:cNvSpPr/>
          <p:nvPr/>
        </p:nvSpPr>
        <p:spPr>
          <a:xfrm>
            <a:off x="7458075" y="-37443"/>
            <a:ext cx="1686000" cy="52185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4" name="Google Shape;104;p21"/>
          <p:cNvSpPr txBox="1">
            <a:spLocks noGrp="1"/>
          </p:cNvSpPr>
          <p:nvPr>
            <p:ph type="title"/>
          </p:nvPr>
        </p:nvSpPr>
        <p:spPr>
          <a:xfrm>
            <a:off x="464400" y="257175"/>
            <a:ext cx="6271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5" name="Google Shape;105;p21"/>
          <p:cNvSpPr txBox="1">
            <a:spLocks noGrp="1"/>
          </p:cNvSpPr>
          <p:nvPr>
            <p:ph type="body" idx="1"/>
          </p:nvPr>
        </p:nvSpPr>
        <p:spPr>
          <a:xfrm>
            <a:off x="464401" y="1357739"/>
            <a:ext cx="62715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106" name="Google Shape;106;p21"/>
          <p:cNvPicPr preferRelativeResize="0"/>
          <p:nvPr/>
        </p:nvPicPr>
        <p:blipFill rotWithShape="1">
          <a:blip r:embed="rId2">
            <a:alphaModFix/>
          </a:blip>
          <a:srcRect/>
          <a:stretch/>
        </p:blipFill>
        <p:spPr>
          <a:xfrm>
            <a:off x="8272346" y="257175"/>
            <a:ext cx="614479" cy="480060"/>
          </a:xfrm>
          <a:prstGeom prst="rect">
            <a:avLst/>
          </a:prstGeom>
          <a:noFill/>
          <a:ln>
            <a:noFill/>
          </a:ln>
        </p:spPr>
      </p:pic>
      <p:sp>
        <p:nvSpPr>
          <p:cNvPr id="107" name="Google Shape;107;p2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lt1"/>
                </a:solidFill>
                <a:latin typeface="Arial"/>
                <a:ea typeface="Arial"/>
                <a:cs typeface="Arial"/>
                <a:sym typeface="Arial"/>
              </a:defRPr>
            </a:lvl1pPr>
            <a:lvl2pPr marL="0" lvl="1" indent="0" algn="r">
              <a:spcBef>
                <a:spcPts val="0"/>
              </a:spcBef>
              <a:buNone/>
              <a:defRPr sz="900" b="0" i="0" u="none" strike="noStrike" cap="none">
                <a:solidFill>
                  <a:schemeClr val="lt1"/>
                </a:solidFill>
                <a:latin typeface="Arial"/>
                <a:ea typeface="Arial"/>
                <a:cs typeface="Arial"/>
                <a:sym typeface="Arial"/>
              </a:defRPr>
            </a:lvl2pPr>
            <a:lvl3pPr marL="0" lvl="2" indent="0" algn="r">
              <a:spcBef>
                <a:spcPts val="0"/>
              </a:spcBef>
              <a:buNone/>
              <a:defRPr sz="900" b="0" i="0" u="none" strike="noStrike" cap="none">
                <a:solidFill>
                  <a:schemeClr val="lt1"/>
                </a:solidFill>
                <a:latin typeface="Arial"/>
                <a:ea typeface="Arial"/>
                <a:cs typeface="Arial"/>
                <a:sym typeface="Arial"/>
              </a:defRPr>
            </a:lvl3pPr>
            <a:lvl4pPr marL="0" lvl="3" indent="0" algn="r">
              <a:spcBef>
                <a:spcPts val="0"/>
              </a:spcBef>
              <a:buNone/>
              <a:defRPr sz="900" b="0" i="0" u="none" strike="noStrike" cap="none">
                <a:solidFill>
                  <a:schemeClr val="lt1"/>
                </a:solidFill>
                <a:latin typeface="Arial"/>
                <a:ea typeface="Arial"/>
                <a:cs typeface="Arial"/>
                <a:sym typeface="Arial"/>
              </a:defRPr>
            </a:lvl4pPr>
            <a:lvl5pPr marL="0" lvl="4" indent="0" algn="r">
              <a:spcBef>
                <a:spcPts val="0"/>
              </a:spcBef>
              <a:buNone/>
              <a:defRPr sz="900" b="0" i="0" u="none" strike="noStrike" cap="none">
                <a:solidFill>
                  <a:schemeClr val="lt1"/>
                </a:solidFill>
                <a:latin typeface="Arial"/>
                <a:ea typeface="Arial"/>
                <a:cs typeface="Arial"/>
                <a:sym typeface="Arial"/>
              </a:defRPr>
            </a:lvl5pPr>
            <a:lvl6pPr marL="0" lvl="5" indent="0" algn="r">
              <a:spcBef>
                <a:spcPts val="0"/>
              </a:spcBef>
              <a:buNone/>
              <a:defRPr sz="900" b="0" i="0" u="none" strike="noStrike" cap="none">
                <a:solidFill>
                  <a:schemeClr val="lt1"/>
                </a:solidFill>
                <a:latin typeface="Arial"/>
                <a:ea typeface="Arial"/>
                <a:cs typeface="Arial"/>
                <a:sym typeface="Arial"/>
              </a:defRPr>
            </a:lvl6pPr>
            <a:lvl7pPr marL="0" lvl="6" indent="0" algn="r">
              <a:spcBef>
                <a:spcPts val="0"/>
              </a:spcBef>
              <a:buNone/>
              <a:defRPr sz="900" b="0" i="0" u="none" strike="noStrike" cap="none">
                <a:solidFill>
                  <a:schemeClr val="lt1"/>
                </a:solidFill>
                <a:latin typeface="Arial"/>
                <a:ea typeface="Arial"/>
                <a:cs typeface="Arial"/>
                <a:sym typeface="Arial"/>
              </a:defRPr>
            </a:lvl7pPr>
            <a:lvl8pPr marL="0" lvl="7" indent="0" algn="r">
              <a:spcBef>
                <a:spcPts val="0"/>
              </a:spcBef>
              <a:buNone/>
              <a:defRPr sz="900" b="0" i="0" u="none" strike="noStrike" cap="none">
                <a:solidFill>
                  <a:schemeClr val="lt1"/>
                </a:solidFill>
                <a:latin typeface="Arial"/>
                <a:ea typeface="Arial"/>
                <a:cs typeface="Arial"/>
                <a:sym typeface="Arial"/>
              </a:defRPr>
            </a:lvl8pPr>
            <a:lvl9pPr marL="0" lvl="8" indent="0" algn="r">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8" name="Google Shape;108;p21"/>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9" name="Google Shape;109;p21"/>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End Slide with Signature White">
  <p:cSld name="End Slide with Signature White">
    <p:spTree>
      <p:nvGrpSpPr>
        <p:cNvPr id="1" name="Shape 110"/>
        <p:cNvGrpSpPr/>
        <p:nvPr/>
      </p:nvGrpSpPr>
      <p:grpSpPr>
        <a:xfrm>
          <a:off x="0" y="0"/>
          <a:ext cx="0" cy="0"/>
          <a:chOff x="0" y="0"/>
          <a:chExt cx="0" cy="0"/>
        </a:xfrm>
      </p:grpSpPr>
      <p:pic>
        <p:nvPicPr>
          <p:cNvPr id="111" name="Google Shape;111;p22" descr="The University of North Carolina at Chapel Hill"/>
          <p:cNvPicPr preferRelativeResize="0"/>
          <p:nvPr/>
        </p:nvPicPr>
        <p:blipFill rotWithShape="1">
          <a:blip r:embed="rId2">
            <a:alphaModFix/>
          </a:blip>
          <a:srcRect/>
          <a:stretch/>
        </p:blipFill>
        <p:spPr>
          <a:xfrm>
            <a:off x="2961799" y="2069869"/>
            <a:ext cx="3220402" cy="100376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ver Logo Only">
  <p:cSld name="Cover Logo Only">
    <p:spTree>
      <p:nvGrpSpPr>
        <p:cNvPr id="1" name="Shape 112"/>
        <p:cNvGrpSpPr/>
        <p:nvPr/>
      </p:nvGrpSpPr>
      <p:grpSpPr>
        <a:xfrm>
          <a:off x="0" y="0"/>
          <a:ext cx="0" cy="0"/>
          <a:chOff x="0" y="0"/>
          <a:chExt cx="0" cy="0"/>
        </a:xfrm>
      </p:grpSpPr>
      <p:sp>
        <p:nvSpPr>
          <p:cNvPr id="113" name="Google Shape;113;p23"/>
          <p:cNvSpPr/>
          <p:nvPr/>
        </p:nvSpPr>
        <p:spPr>
          <a:xfrm>
            <a:off x="7285427" y="3952770"/>
            <a:ext cx="1858500" cy="11907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 name="Google Shape;114;p23"/>
          <p:cNvSpPr txBox="1">
            <a:spLocks noGrp="1"/>
          </p:cNvSpPr>
          <p:nvPr>
            <p:ph type="title"/>
          </p:nvPr>
        </p:nvSpPr>
        <p:spPr>
          <a:xfrm>
            <a:off x="450218" y="514350"/>
            <a:ext cx="6495900" cy="26283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accent1"/>
              </a:buClr>
              <a:buSzPts val="6000"/>
              <a:buFont typeface="Arial"/>
              <a:buNone/>
              <a:defRPr sz="60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a:off x="450217" y="3275785"/>
            <a:ext cx="6495900" cy="11514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500"/>
              <a:buNone/>
              <a:defRPr sz="1500">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116" name="Google Shape;116;p23"/>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117" name="Google Shape;117;p23"/>
          <p:cNvSpPr/>
          <p:nvPr/>
        </p:nvSpPr>
        <p:spPr>
          <a:xfrm>
            <a:off x="0" y="1"/>
            <a:ext cx="227400" cy="2926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18" name="Google Shape;118;p23"/>
          <p:cNvPicPr preferRelativeResize="0"/>
          <p:nvPr/>
        </p:nvPicPr>
        <p:blipFill rotWithShape="1">
          <a:blip r:embed="rId3">
            <a:alphaModFix/>
          </a:blip>
          <a:srcRect/>
          <a:stretch/>
        </p:blipFill>
        <p:spPr>
          <a:xfrm>
            <a:off x="7792514" y="4195724"/>
            <a:ext cx="877828" cy="685800"/>
          </a:xfrm>
          <a:prstGeom prst="rect">
            <a:avLst/>
          </a:prstGeom>
          <a:noFill/>
          <a:ln>
            <a:noFill/>
          </a:ln>
        </p:spPr>
      </p:pic>
      <p:pic>
        <p:nvPicPr>
          <p:cNvPr id="119" name="Google Shape;119;p23"/>
          <p:cNvPicPr preferRelativeResize="0"/>
          <p:nvPr/>
        </p:nvPicPr>
        <p:blipFill rotWithShape="1">
          <a:blip r:embed="rId4">
            <a:alphaModFix/>
          </a:blip>
          <a:srcRect/>
          <a:stretch/>
        </p:blipFill>
        <p:spPr>
          <a:xfrm rot="-5400000">
            <a:off x="7049039" y="1305229"/>
            <a:ext cx="2412183" cy="83042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ver with Photo">
  <p:cSld name="Cover with Photo">
    <p:spTree>
      <p:nvGrpSpPr>
        <p:cNvPr id="1" name="Shape 120"/>
        <p:cNvGrpSpPr/>
        <p:nvPr/>
      </p:nvGrpSpPr>
      <p:grpSpPr>
        <a:xfrm>
          <a:off x="0" y="0"/>
          <a:ext cx="0" cy="0"/>
          <a:chOff x="0" y="0"/>
          <a:chExt cx="0" cy="0"/>
        </a:xfrm>
      </p:grpSpPr>
      <p:sp>
        <p:nvSpPr>
          <p:cNvPr id="121" name="Google Shape;121;p24"/>
          <p:cNvSpPr/>
          <p:nvPr/>
        </p:nvSpPr>
        <p:spPr>
          <a:xfrm>
            <a:off x="7285427" y="0"/>
            <a:ext cx="18573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2" name="Google Shape;122;p24"/>
          <p:cNvSpPr txBox="1">
            <a:spLocks noGrp="1"/>
          </p:cNvSpPr>
          <p:nvPr>
            <p:ph type="title"/>
          </p:nvPr>
        </p:nvSpPr>
        <p:spPr>
          <a:xfrm>
            <a:off x="450217" y="389370"/>
            <a:ext cx="4811400" cy="3075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accent1"/>
              </a:buClr>
              <a:buSzPts val="5400"/>
              <a:buFont typeface="Arial"/>
              <a:buNone/>
              <a:defRPr sz="54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3" name="Google Shape;123;p24"/>
          <p:cNvSpPr txBox="1">
            <a:spLocks noGrp="1"/>
          </p:cNvSpPr>
          <p:nvPr>
            <p:ph type="body" idx="1"/>
          </p:nvPr>
        </p:nvSpPr>
        <p:spPr>
          <a:xfrm>
            <a:off x="450217" y="3608882"/>
            <a:ext cx="4811400" cy="8433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500"/>
              <a:buNone/>
              <a:defRPr sz="1500">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124" name="Google Shape;124;p24"/>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125" name="Google Shape;125;p24"/>
          <p:cNvSpPr/>
          <p:nvPr/>
        </p:nvSpPr>
        <p:spPr>
          <a:xfrm>
            <a:off x="0" y="1"/>
            <a:ext cx="227400" cy="32574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6" name="Google Shape;126;p24"/>
          <p:cNvSpPr>
            <a:spLocks noGrp="1"/>
          </p:cNvSpPr>
          <p:nvPr>
            <p:ph type="pic" idx="2"/>
          </p:nvPr>
        </p:nvSpPr>
        <p:spPr>
          <a:xfrm>
            <a:off x="5405198" y="389371"/>
            <a:ext cx="3288600" cy="2868300"/>
          </a:xfrm>
          <a:prstGeom prst="rect">
            <a:avLst/>
          </a:prstGeom>
          <a:noFill/>
          <a:ln>
            <a:noFill/>
          </a:ln>
        </p:spPr>
      </p:sp>
      <p:pic>
        <p:nvPicPr>
          <p:cNvPr id="127" name="Google Shape;127;p24"/>
          <p:cNvPicPr preferRelativeResize="0"/>
          <p:nvPr/>
        </p:nvPicPr>
        <p:blipFill rotWithShape="1">
          <a:blip r:embed="rId3">
            <a:alphaModFix/>
          </a:blip>
          <a:srcRect/>
          <a:stretch/>
        </p:blipFill>
        <p:spPr>
          <a:xfrm>
            <a:off x="7792514" y="4195724"/>
            <a:ext cx="877828" cy="6858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0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ivider with Subtitle Carolina Blue">
  <p:cSld name="Divider with Subtitle Carolina Blue">
    <p:spTree>
      <p:nvGrpSpPr>
        <p:cNvPr id="1" name="Shape 128"/>
        <p:cNvGrpSpPr/>
        <p:nvPr/>
      </p:nvGrpSpPr>
      <p:grpSpPr>
        <a:xfrm>
          <a:off x="0" y="0"/>
          <a:ext cx="0" cy="0"/>
          <a:chOff x="0" y="0"/>
          <a:chExt cx="0" cy="0"/>
        </a:xfrm>
      </p:grpSpPr>
      <p:sp>
        <p:nvSpPr>
          <p:cNvPr id="129" name="Google Shape;129;p25"/>
          <p:cNvSpPr/>
          <p:nvPr/>
        </p:nvSpPr>
        <p:spPr>
          <a:xfrm flipH="1">
            <a:off x="1155600" y="0"/>
            <a:ext cx="79884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 name="Google Shape;130;p25"/>
          <p:cNvSpPr txBox="1">
            <a:spLocks noGrp="1"/>
          </p:cNvSpPr>
          <p:nvPr>
            <p:ph type="title"/>
          </p:nvPr>
        </p:nvSpPr>
        <p:spPr>
          <a:xfrm>
            <a:off x="1836117" y="1191718"/>
            <a:ext cx="6833700" cy="32154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1" name="Google Shape;131;p25"/>
          <p:cNvSpPr txBox="1">
            <a:spLocks noGrp="1"/>
          </p:cNvSpPr>
          <p:nvPr>
            <p:ph type="body" idx="1"/>
          </p:nvPr>
        </p:nvSpPr>
        <p:spPr>
          <a:xfrm>
            <a:off x="1836117" y="532901"/>
            <a:ext cx="6833700" cy="274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400"/>
              <a:buNone/>
              <a:defRPr sz="1400" b="1" cap="none">
                <a:solidFill>
                  <a:schemeClr val="dk1"/>
                </a:solidFill>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25"/>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3" name="Google Shape;133;p25"/>
          <p:cNvPicPr preferRelativeResize="0"/>
          <p:nvPr/>
        </p:nvPicPr>
        <p:blipFill rotWithShape="1">
          <a:blip r:embed="rId2">
            <a:alphaModFix/>
          </a:blip>
          <a:srcRect t="50000" r="140" b="-50000"/>
          <a:stretch/>
        </p:blipFill>
        <p:spPr>
          <a:xfrm rot="-5400000">
            <a:off x="-1240251" y="2057401"/>
            <a:ext cx="3497578" cy="1028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vider with Subtitle White">
  <p:cSld name="Divider with Subtitle White">
    <p:spTree>
      <p:nvGrpSpPr>
        <p:cNvPr id="1" name="Shape 134"/>
        <p:cNvGrpSpPr/>
        <p:nvPr/>
      </p:nvGrpSpPr>
      <p:grpSpPr>
        <a:xfrm>
          <a:off x="0" y="0"/>
          <a:ext cx="0" cy="0"/>
          <a:chOff x="0" y="0"/>
          <a:chExt cx="0" cy="0"/>
        </a:xfrm>
      </p:grpSpPr>
      <p:sp>
        <p:nvSpPr>
          <p:cNvPr id="135" name="Google Shape;135;p26"/>
          <p:cNvSpPr/>
          <p:nvPr/>
        </p:nvSpPr>
        <p:spPr>
          <a:xfrm>
            <a:off x="-1" y="0"/>
            <a:ext cx="11556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accent1"/>
              </a:solidFill>
              <a:latin typeface="Arial"/>
              <a:ea typeface="Arial"/>
              <a:cs typeface="Arial"/>
              <a:sym typeface="Arial"/>
            </a:endParaRPr>
          </a:p>
        </p:txBody>
      </p:sp>
      <p:sp>
        <p:nvSpPr>
          <p:cNvPr id="136" name="Google Shape;136;p26"/>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7" name="Google Shape;137;p26"/>
          <p:cNvPicPr preferRelativeResize="0"/>
          <p:nvPr/>
        </p:nvPicPr>
        <p:blipFill rotWithShape="1">
          <a:blip r:embed="rId2">
            <a:alphaModFix/>
          </a:blip>
          <a:srcRect l="70" t="49330" r="70" b="-49330"/>
          <a:stretch/>
        </p:blipFill>
        <p:spPr>
          <a:xfrm rot="-5400000">
            <a:off x="-1241297" y="2057401"/>
            <a:ext cx="3497578" cy="1028700"/>
          </a:xfrm>
          <a:prstGeom prst="rect">
            <a:avLst/>
          </a:prstGeom>
          <a:noFill/>
          <a:ln>
            <a:noFill/>
          </a:ln>
        </p:spPr>
      </p:pic>
      <p:sp>
        <p:nvSpPr>
          <p:cNvPr id="138" name="Google Shape;138;p26"/>
          <p:cNvSpPr txBox="1">
            <a:spLocks noGrp="1"/>
          </p:cNvSpPr>
          <p:nvPr>
            <p:ph type="title"/>
          </p:nvPr>
        </p:nvSpPr>
        <p:spPr>
          <a:xfrm>
            <a:off x="1836117" y="1191718"/>
            <a:ext cx="6833700" cy="32154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dk1"/>
              </a:buClr>
              <a:buSzPts val="4500"/>
              <a:buFont typeface="Arial"/>
              <a:buNone/>
              <a:defRPr sz="45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9" name="Google Shape;139;p26"/>
          <p:cNvSpPr txBox="1">
            <a:spLocks noGrp="1"/>
          </p:cNvSpPr>
          <p:nvPr>
            <p:ph type="body" idx="1"/>
          </p:nvPr>
        </p:nvSpPr>
        <p:spPr>
          <a:xfrm>
            <a:off x="1836117" y="532901"/>
            <a:ext cx="6833700" cy="274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400"/>
              <a:buNone/>
              <a:defRPr sz="1400" b="1" cap="none">
                <a:solidFill>
                  <a:schemeClr val="accent1"/>
                </a:solidFill>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vider with Subtitle Navy">
  <p:cSld name="Divider with Subtitle Navy">
    <p:spTree>
      <p:nvGrpSpPr>
        <p:cNvPr id="1" name="Shape 140"/>
        <p:cNvGrpSpPr/>
        <p:nvPr/>
      </p:nvGrpSpPr>
      <p:grpSpPr>
        <a:xfrm>
          <a:off x="0" y="0"/>
          <a:ext cx="0" cy="0"/>
          <a:chOff x="0" y="0"/>
          <a:chExt cx="0" cy="0"/>
        </a:xfrm>
      </p:grpSpPr>
      <p:sp>
        <p:nvSpPr>
          <p:cNvPr id="141" name="Google Shape;141;p27"/>
          <p:cNvSpPr/>
          <p:nvPr/>
        </p:nvSpPr>
        <p:spPr>
          <a:xfrm>
            <a:off x="-5622" y="-29561"/>
            <a:ext cx="1155600" cy="52026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accent1"/>
              </a:solidFill>
              <a:latin typeface="Arial"/>
              <a:ea typeface="Arial"/>
              <a:cs typeface="Arial"/>
              <a:sym typeface="Arial"/>
            </a:endParaRPr>
          </a:p>
        </p:txBody>
      </p:sp>
      <p:sp>
        <p:nvSpPr>
          <p:cNvPr id="142" name="Google Shape;142;p27"/>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43" name="Google Shape;143;p27"/>
          <p:cNvPicPr preferRelativeResize="0"/>
          <p:nvPr/>
        </p:nvPicPr>
        <p:blipFill rotWithShape="1">
          <a:blip r:embed="rId2">
            <a:alphaModFix/>
          </a:blip>
          <a:srcRect l="70" t="50000" r="70" b="-50000"/>
          <a:stretch/>
        </p:blipFill>
        <p:spPr>
          <a:xfrm rot="-5400000">
            <a:off x="-1240061" y="2057401"/>
            <a:ext cx="3497578" cy="1028700"/>
          </a:xfrm>
          <a:prstGeom prst="rect">
            <a:avLst/>
          </a:prstGeom>
          <a:noFill/>
          <a:ln>
            <a:noFill/>
          </a:ln>
        </p:spPr>
      </p:pic>
      <p:sp>
        <p:nvSpPr>
          <p:cNvPr id="144" name="Google Shape;144;p27"/>
          <p:cNvSpPr txBox="1">
            <a:spLocks noGrp="1"/>
          </p:cNvSpPr>
          <p:nvPr>
            <p:ph type="title"/>
          </p:nvPr>
        </p:nvSpPr>
        <p:spPr>
          <a:xfrm>
            <a:off x="1836117" y="1191718"/>
            <a:ext cx="6833700" cy="32154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accent1"/>
              </a:buClr>
              <a:buSzPts val="4500"/>
              <a:buFont typeface="Arial"/>
              <a:buNone/>
              <a:defRPr sz="45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5" name="Google Shape;145;p27"/>
          <p:cNvSpPr txBox="1">
            <a:spLocks noGrp="1"/>
          </p:cNvSpPr>
          <p:nvPr>
            <p:ph type="body" idx="1"/>
          </p:nvPr>
        </p:nvSpPr>
        <p:spPr>
          <a:xfrm>
            <a:off x="1836117" y="532901"/>
            <a:ext cx="6833700" cy="274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400"/>
              <a:buNone/>
              <a:defRPr sz="1400" b="1" cap="none">
                <a:solidFill>
                  <a:schemeClr val="dk1"/>
                </a:solidFill>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vider Large Text White">
  <p:cSld name="Divider Large Text White">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448056" y="1554480"/>
            <a:ext cx="8238600" cy="27249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accent1"/>
              </a:buClr>
              <a:buSzPts val="5300"/>
              <a:buFont typeface="Arial"/>
              <a:buNone/>
              <a:defRPr sz="53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148" name="Google Shape;148;p28"/>
          <p:cNvPicPr preferRelativeResize="0"/>
          <p:nvPr/>
        </p:nvPicPr>
        <p:blipFill rotWithShape="1">
          <a:blip r:embed="rId2">
            <a:alphaModFix/>
          </a:blip>
          <a:srcRect/>
          <a:stretch/>
        </p:blipFill>
        <p:spPr>
          <a:xfrm>
            <a:off x="558206" y="536020"/>
            <a:ext cx="1992086" cy="685800"/>
          </a:xfrm>
          <a:prstGeom prst="rect">
            <a:avLst/>
          </a:prstGeom>
          <a:noFill/>
          <a:ln>
            <a:noFill/>
          </a:ln>
        </p:spPr>
      </p:pic>
      <p:sp>
        <p:nvSpPr>
          <p:cNvPr id="149" name="Google Shape;149;p28"/>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ivider Large Text Carolina Blue">
  <p:cSld name="Divider Large Text Carolina Blue">
    <p:spTree>
      <p:nvGrpSpPr>
        <p:cNvPr id="1" name="Shape 150"/>
        <p:cNvGrpSpPr/>
        <p:nvPr/>
      </p:nvGrpSpPr>
      <p:grpSpPr>
        <a:xfrm>
          <a:off x="0" y="0"/>
          <a:ext cx="0" cy="0"/>
          <a:chOff x="0" y="0"/>
          <a:chExt cx="0" cy="0"/>
        </a:xfrm>
      </p:grpSpPr>
      <p:sp>
        <p:nvSpPr>
          <p:cNvPr id="151" name="Google Shape;151;p29"/>
          <p:cNvSpPr/>
          <p:nvPr/>
        </p:nvSpPr>
        <p:spPr>
          <a:xfrm>
            <a:off x="0" y="-29560"/>
            <a:ext cx="9144000" cy="52026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52" name="Google Shape;152;p29"/>
          <p:cNvPicPr preferRelativeResize="0"/>
          <p:nvPr/>
        </p:nvPicPr>
        <p:blipFill rotWithShape="1">
          <a:blip r:embed="rId2">
            <a:alphaModFix/>
          </a:blip>
          <a:srcRect l="-30" r="-40"/>
          <a:stretch/>
        </p:blipFill>
        <p:spPr>
          <a:xfrm>
            <a:off x="558206" y="536020"/>
            <a:ext cx="1992086" cy="685800"/>
          </a:xfrm>
          <a:prstGeom prst="rect">
            <a:avLst/>
          </a:prstGeom>
          <a:noFill/>
          <a:ln>
            <a:noFill/>
          </a:ln>
        </p:spPr>
      </p:pic>
      <p:sp>
        <p:nvSpPr>
          <p:cNvPr id="153" name="Google Shape;153;p29"/>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9"/>
          <p:cNvSpPr txBox="1">
            <a:spLocks noGrp="1"/>
          </p:cNvSpPr>
          <p:nvPr>
            <p:ph type="title"/>
          </p:nvPr>
        </p:nvSpPr>
        <p:spPr>
          <a:xfrm>
            <a:off x="448056" y="1554480"/>
            <a:ext cx="8238600" cy="27249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dk1"/>
              </a:buClr>
              <a:buSzPts val="5300"/>
              <a:buFont typeface="Arial"/>
              <a:buNone/>
              <a:defRPr sz="53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Divider Large Text Navy">
  <p:cSld name="Divider Large Text Navy">
    <p:spTree>
      <p:nvGrpSpPr>
        <p:cNvPr id="1" name="Shape 155"/>
        <p:cNvGrpSpPr/>
        <p:nvPr/>
      </p:nvGrpSpPr>
      <p:grpSpPr>
        <a:xfrm>
          <a:off x="0" y="0"/>
          <a:ext cx="0" cy="0"/>
          <a:chOff x="0" y="0"/>
          <a:chExt cx="0" cy="0"/>
        </a:xfrm>
      </p:grpSpPr>
      <p:sp>
        <p:nvSpPr>
          <p:cNvPr id="156" name="Google Shape;156;p30"/>
          <p:cNvSpPr/>
          <p:nvPr/>
        </p:nvSpPr>
        <p:spPr>
          <a:xfrm>
            <a:off x="0" y="-37443"/>
            <a:ext cx="9144000" cy="52185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57" name="Google Shape;157;p30"/>
          <p:cNvPicPr preferRelativeResize="0"/>
          <p:nvPr/>
        </p:nvPicPr>
        <p:blipFill rotWithShape="1">
          <a:blip r:embed="rId2">
            <a:alphaModFix/>
          </a:blip>
          <a:srcRect/>
          <a:stretch/>
        </p:blipFill>
        <p:spPr>
          <a:xfrm>
            <a:off x="558206" y="536020"/>
            <a:ext cx="1992086" cy="685800"/>
          </a:xfrm>
          <a:prstGeom prst="rect">
            <a:avLst/>
          </a:prstGeom>
          <a:noFill/>
          <a:ln>
            <a:noFill/>
          </a:ln>
        </p:spPr>
      </p:pic>
      <p:sp>
        <p:nvSpPr>
          <p:cNvPr id="158" name="Google Shape;158;p30"/>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lt1"/>
                </a:solidFill>
                <a:latin typeface="Arial"/>
                <a:ea typeface="Arial"/>
                <a:cs typeface="Arial"/>
                <a:sym typeface="Arial"/>
              </a:defRPr>
            </a:lvl1pPr>
            <a:lvl2pPr marL="0" lvl="1" indent="0" algn="r">
              <a:spcBef>
                <a:spcPts val="0"/>
              </a:spcBef>
              <a:buNone/>
              <a:defRPr sz="900" b="0" i="0" u="none" strike="noStrike" cap="none">
                <a:solidFill>
                  <a:schemeClr val="lt1"/>
                </a:solidFill>
                <a:latin typeface="Arial"/>
                <a:ea typeface="Arial"/>
                <a:cs typeface="Arial"/>
                <a:sym typeface="Arial"/>
              </a:defRPr>
            </a:lvl2pPr>
            <a:lvl3pPr marL="0" lvl="2" indent="0" algn="r">
              <a:spcBef>
                <a:spcPts val="0"/>
              </a:spcBef>
              <a:buNone/>
              <a:defRPr sz="900" b="0" i="0" u="none" strike="noStrike" cap="none">
                <a:solidFill>
                  <a:schemeClr val="lt1"/>
                </a:solidFill>
                <a:latin typeface="Arial"/>
                <a:ea typeface="Arial"/>
                <a:cs typeface="Arial"/>
                <a:sym typeface="Arial"/>
              </a:defRPr>
            </a:lvl3pPr>
            <a:lvl4pPr marL="0" lvl="3" indent="0" algn="r">
              <a:spcBef>
                <a:spcPts val="0"/>
              </a:spcBef>
              <a:buNone/>
              <a:defRPr sz="900" b="0" i="0" u="none" strike="noStrike" cap="none">
                <a:solidFill>
                  <a:schemeClr val="lt1"/>
                </a:solidFill>
                <a:latin typeface="Arial"/>
                <a:ea typeface="Arial"/>
                <a:cs typeface="Arial"/>
                <a:sym typeface="Arial"/>
              </a:defRPr>
            </a:lvl4pPr>
            <a:lvl5pPr marL="0" lvl="4" indent="0" algn="r">
              <a:spcBef>
                <a:spcPts val="0"/>
              </a:spcBef>
              <a:buNone/>
              <a:defRPr sz="900" b="0" i="0" u="none" strike="noStrike" cap="none">
                <a:solidFill>
                  <a:schemeClr val="lt1"/>
                </a:solidFill>
                <a:latin typeface="Arial"/>
                <a:ea typeface="Arial"/>
                <a:cs typeface="Arial"/>
                <a:sym typeface="Arial"/>
              </a:defRPr>
            </a:lvl5pPr>
            <a:lvl6pPr marL="0" lvl="5" indent="0" algn="r">
              <a:spcBef>
                <a:spcPts val="0"/>
              </a:spcBef>
              <a:buNone/>
              <a:defRPr sz="900" b="0" i="0" u="none" strike="noStrike" cap="none">
                <a:solidFill>
                  <a:schemeClr val="lt1"/>
                </a:solidFill>
                <a:latin typeface="Arial"/>
                <a:ea typeface="Arial"/>
                <a:cs typeface="Arial"/>
                <a:sym typeface="Arial"/>
              </a:defRPr>
            </a:lvl6pPr>
            <a:lvl7pPr marL="0" lvl="6" indent="0" algn="r">
              <a:spcBef>
                <a:spcPts val="0"/>
              </a:spcBef>
              <a:buNone/>
              <a:defRPr sz="900" b="0" i="0" u="none" strike="noStrike" cap="none">
                <a:solidFill>
                  <a:schemeClr val="lt1"/>
                </a:solidFill>
                <a:latin typeface="Arial"/>
                <a:ea typeface="Arial"/>
                <a:cs typeface="Arial"/>
                <a:sym typeface="Arial"/>
              </a:defRPr>
            </a:lvl7pPr>
            <a:lvl8pPr marL="0" lvl="7" indent="0" algn="r">
              <a:spcBef>
                <a:spcPts val="0"/>
              </a:spcBef>
              <a:buNone/>
              <a:defRPr sz="900" b="0" i="0" u="none" strike="noStrike" cap="none">
                <a:solidFill>
                  <a:schemeClr val="lt1"/>
                </a:solidFill>
                <a:latin typeface="Arial"/>
                <a:ea typeface="Arial"/>
                <a:cs typeface="Arial"/>
                <a:sym typeface="Arial"/>
              </a:defRPr>
            </a:lvl8pPr>
            <a:lvl9pPr marL="0" lvl="8" indent="0" algn="r">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9" name="Google Shape;159;p30"/>
          <p:cNvSpPr txBox="1">
            <a:spLocks noGrp="1"/>
          </p:cNvSpPr>
          <p:nvPr>
            <p:ph type="title"/>
          </p:nvPr>
        </p:nvSpPr>
        <p:spPr>
          <a:xfrm>
            <a:off x="448056" y="1554480"/>
            <a:ext cx="8238600" cy="27249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lt1"/>
              </a:buClr>
              <a:buSzPts val="5300"/>
              <a:buFont typeface="Arial"/>
              <a:buNone/>
              <a:defRPr sz="5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1 Column">
  <p:cSld name="Content 1 Column">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457201" y="257175"/>
            <a:ext cx="75468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162" name="Google Shape;162;p31"/>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163" name="Google Shape;163;p31"/>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4" name="Google Shape;164;p31"/>
          <p:cNvSpPr txBox="1">
            <a:spLocks noGrp="1"/>
          </p:cNvSpPr>
          <p:nvPr>
            <p:ph type="body" idx="1"/>
          </p:nvPr>
        </p:nvSpPr>
        <p:spPr>
          <a:xfrm>
            <a:off x="457201" y="1357739"/>
            <a:ext cx="8151600" cy="3075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5" name="Google Shape;165;p3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1"/>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288">
          <p15:clr>
            <a:srgbClr val="FBAE40"/>
          </p15:clr>
        </p15:guide>
        <p15:guide id="2" pos="5418">
          <p15:clr>
            <a:srgbClr val="FBAE40"/>
          </p15:clr>
        </p15:guide>
        <p15:guide id="3" orient="horz" pos="630">
          <p15:clr>
            <a:srgbClr val="FBAE40"/>
          </p15:clr>
        </p15:guide>
        <p15:guide id="4" orient="horz" pos="2898">
          <p15:clr>
            <a:srgbClr val="FBAE40"/>
          </p15:clr>
        </p15:guide>
        <p15:guide id="5" pos="34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2 Columns">
  <p:cSld name="Content with 2 Columns">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a:off x="457200" y="257175"/>
            <a:ext cx="7546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169" name="Google Shape;169;p32"/>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170" name="Google Shape;170;p32"/>
          <p:cNvSpPr txBox="1">
            <a:spLocks noGrp="1"/>
          </p:cNvSpPr>
          <p:nvPr>
            <p:ph type="body" idx="1"/>
          </p:nvPr>
        </p:nvSpPr>
        <p:spPr>
          <a:xfrm>
            <a:off x="457200" y="1357739"/>
            <a:ext cx="3960900" cy="300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1" name="Google Shape;171;p32"/>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2" name="Google Shape;172;p32"/>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3" name="Google Shape;173;p32"/>
          <p:cNvSpPr txBox="1">
            <a:spLocks noGrp="1"/>
          </p:cNvSpPr>
          <p:nvPr>
            <p:ph type="body" idx="2"/>
          </p:nvPr>
        </p:nvSpPr>
        <p:spPr>
          <a:xfrm>
            <a:off x="4726004" y="1357739"/>
            <a:ext cx="3960900" cy="300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4" name="Google Shape;174;p32"/>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with Photo Left">
  <p:cSld name="Content with Photo Left">
    <p:spTree>
      <p:nvGrpSpPr>
        <p:cNvPr id="1" name="Shape 175"/>
        <p:cNvGrpSpPr/>
        <p:nvPr/>
      </p:nvGrpSpPr>
      <p:grpSpPr>
        <a:xfrm>
          <a:off x="0" y="0"/>
          <a:ext cx="0" cy="0"/>
          <a:chOff x="0" y="0"/>
          <a:chExt cx="0" cy="0"/>
        </a:xfrm>
      </p:grpSpPr>
      <p:sp>
        <p:nvSpPr>
          <p:cNvPr id="176" name="Google Shape;176;p33"/>
          <p:cNvSpPr/>
          <p:nvPr/>
        </p:nvSpPr>
        <p:spPr>
          <a:xfrm>
            <a:off x="0" y="4612115"/>
            <a:ext cx="9144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7" name="Google Shape;177;p33"/>
          <p:cNvSpPr txBox="1">
            <a:spLocks noGrp="1"/>
          </p:cNvSpPr>
          <p:nvPr>
            <p:ph type="title"/>
          </p:nvPr>
        </p:nvSpPr>
        <p:spPr>
          <a:xfrm>
            <a:off x="459000" y="257175"/>
            <a:ext cx="75447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178" name="Google Shape;178;p33"/>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179" name="Google Shape;179;p33"/>
          <p:cNvSpPr txBox="1">
            <a:spLocks noGrp="1"/>
          </p:cNvSpPr>
          <p:nvPr>
            <p:ph type="body" idx="1"/>
          </p:nvPr>
        </p:nvSpPr>
        <p:spPr>
          <a:xfrm>
            <a:off x="3482789" y="1357739"/>
            <a:ext cx="5202300" cy="2891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0" name="Google Shape;180;p33"/>
          <p:cNvSpPr>
            <a:spLocks noGrp="1"/>
          </p:cNvSpPr>
          <p:nvPr>
            <p:ph type="pic" idx="2"/>
          </p:nvPr>
        </p:nvSpPr>
        <p:spPr>
          <a:xfrm>
            <a:off x="548640" y="1354214"/>
            <a:ext cx="2611500" cy="2891400"/>
          </a:xfrm>
          <a:prstGeom prst="rect">
            <a:avLst/>
          </a:prstGeom>
          <a:noFill/>
          <a:ln>
            <a:noFill/>
          </a:ln>
        </p:spPr>
        <p:txBody>
          <a:bodyPr/>
          <a:lstStyle/>
          <a:p>
            <a:endParaRPr lang="en-US"/>
          </a:p>
        </p:txBody>
      </p:sp>
      <p:sp>
        <p:nvSpPr>
          <p:cNvPr id="181" name="Google Shape;181;p33"/>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2" name="Google Shape;182;p33"/>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3" name="Google Shape;183;p33"/>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Photo Right">
  <p:cSld name="Content with Photo Right">
    <p:spTree>
      <p:nvGrpSpPr>
        <p:cNvPr id="1" name="Shape 184"/>
        <p:cNvGrpSpPr/>
        <p:nvPr/>
      </p:nvGrpSpPr>
      <p:grpSpPr>
        <a:xfrm>
          <a:off x="0" y="0"/>
          <a:ext cx="0" cy="0"/>
          <a:chOff x="0" y="0"/>
          <a:chExt cx="0" cy="0"/>
        </a:xfrm>
      </p:grpSpPr>
      <p:sp>
        <p:nvSpPr>
          <p:cNvPr id="185" name="Google Shape;185;p34"/>
          <p:cNvSpPr/>
          <p:nvPr/>
        </p:nvSpPr>
        <p:spPr>
          <a:xfrm>
            <a:off x="7458074" y="2981325"/>
            <a:ext cx="1686000" cy="21621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6" name="Google Shape;186;p34"/>
          <p:cNvSpPr txBox="1">
            <a:spLocks noGrp="1"/>
          </p:cNvSpPr>
          <p:nvPr>
            <p:ph type="title"/>
          </p:nvPr>
        </p:nvSpPr>
        <p:spPr>
          <a:xfrm>
            <a:off x="464401" y="257175"/>
            <a:ext cx="75393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187" name="Google Shape;187;p34"/>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188" name="Google Shape;188;p34"/>
          <p:cNvSpPr txBox="1">
            <a:spLocks noGrp="1"/>
          </p:cNvSpPr>
          <p:nvPr>
            <p:ph type="body" idx="1"/>
          </p:nvPr>
        </p:nvSpPr>
        <p:spPr>
          <a:xfrm>
            <a:off x="464400" y="1357739"/>
            <a:ext cx="5102700" cy="3242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9" name="Google Shape;189;p34"/>
          <p:cNvSpPr>
            <a:spLocks noGrp="1"/>
          </p:cNvSpPr>
          <p:nvPr>
            <p:ph type="pic" idx="2"/>
          </p:nvPr>
        </p:nvSpPr>
        <p:spPr>
          <a:xfrm>
            <a:off x="5936876" y="1092064"/>
            <a:ext cx="2742600" cy="3508500"/>
          </a:xfrm>
          <a:prstGeom prst="rect">
            <a:avLst/>
          </a:prstGeom>
          <a:noFill/>
          <a:ln>
            <a:noFill/>
          </a:ln>
        </p:spPr>
      </p:sp>
      <p:sp>
        <p:nvSpPr>
          <p:cNvPr id="190" name="Google Shape;190;p34"/>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91" name="Google Shape;191;p34"/>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2" name="Google Shape;192;p34"/>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with Full Photo Right">
  <p:cSld name="Content with Full Photo Right">
    <p:spTree>
      <p:nvGrpSpPr>
        <p:cNvPr id="1" name="Shape 193"/>
        <p:cNvGrpSpPr/>
        <p:nvPr/>
      </p:nvGrpSpPr>
      <p:grpSpPr>
        <a:xfrm>
          <a:off x="0" y="0"/>
          <a:ext cx="0" cy="0"/>
          <a:chOff x="0" y="0"/>
          <a:chExt cx="0" cy="0"/>
        </a:xfrm>
      </p:grpSpPr>
      <p:sp>
        <p:nvSpPr>
          <p:cNvPr id="194" name="Google Shape;194;p35"/>
          <p:cNvSpPr>
            <a:spLocks noGrp="1"/>
          </p:cNvSpPr>
          <p:nvPr>
            <p:ph type="pic" idx="2"/>
          </p:nvPr>
        </p:nvSpPr>
        <p:spPr>
          <a:xfrm>
            <a:off x="6192371" y="1"/>
            <a:ext cx="2951700" cy="5143500"/>
          </a:xfrm>
          <a:prstGeom prst="rect">
            <a:avLst/>
          </a:prstGeom>
          <a:noFill/>
          <a:ln>
            <a:noFill/>
          </a:ln>
        </p:spPr>
      </p:sp>
      <p:sp>
        <p:nvSpPr>
          <p:cNvPr id="195" name="Google Shape;195;p35"/>
          <p:cNvSpPr txBox="1">
            <a:spLocks noGrp="1"/>
          </p:cNvSpPr>
          <p:nvPr>
            <p:ph type="title"/>
          </p:nvPr>
        </p:nvSpPr>
        <p:spPr>
          <a:xfrm>
            <a:off x="458999" y="257175"/>
            <a:ext cx="52494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6" name="Google Shape;196;p35"/>
          <p:cNvSpPr txBox="1">
            <a:spLocks noGrp="1"/>
          </p:cNvSpPr>
          <p:nvPr>
            <p:ph type="body" idx="1"/>
          </p:nvPr>
        </p:nvSpPr>
        <p:spPr>
          <a:xfrm>
            <a:off x="458999" y="1357739"/>
            <a:ext cx="52494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7" name="Google Shape;197;p35"/>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8" name="Google Shape;198;p35"/>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lt1"/>
                </a:solidFill>
                <a:latin typeface="Arial"/>
                <a:ea typeface="Arial"/>
                <a:cs typeface="Arial"/>
                <a:sym typeface="Arial"/>
              </a:defRPr>
            </a:lvl1pPr>
            <a:lvl2pPr marL="0" lvl="1" indent="0" algn="r">
              <a:spcBef>
                <a:spcPts val="0"/>
              </a:spcBef>
              <a:buNone/>
              <a:defRPr sz="900" b="0" i="0" u="none" strike="noStrike" cap="none">
                <a:solidFill>
                  <a:schemeClr val="lt1"/>
                </a:solidFill>
                <a:latin typeface="Arial"/>
                <a:ea typeface="Arial"/>
                <a:cs typeface="Arial"/>
                <a:sym typeface="Arial"/>
              </a:defRPr>
            </a:lvl2pPr>
            <a:lvl3pPr marL="0" lvl="2" indent="0" algn="r">
              <a:spcBef>
                <a:spcPts val="0"/>
              </a:spcBef>
              <a:buNone/>
              <a:defRPr sz="900" b="0" i="0" u="none" strike="noStrike" cap="none">
                <a:solidFill>
                  <a:schemeClr val="lt1"/>
                </a:solidFill>
                <a:latin typeface="Arial"/>
                <a:ea typeface="Arial"/>
                <a:cs typeface="Arial"/>
                <a:sym typeface="Arial"/>
              </a:defRPr>
            </a:lvl3pPr>
            <a:lvl4pPr marL="0" lvl="3" indent="0" algn="r">
              <a:spcBef>
                <a:spcPts val="0"/>
              </a:spcBef>
              <a:buNone/>
              <a:defRPr sz="900" b="0" i="0" u="none" strike="noStrike" cap="none">
                <a:solidFill>
                  <a:schemeClr val="lt1"/>
                </a:solidFill>
                <a:latin typeface="Arial"/>
                <a:ea typeface="Arial"/>
                <a:cs typeface="Arial"/>
                <a:sym typeface="Arial"/>
              </a:defRPr>
            </a:lvl4pPr>
            <a:lvl5pPr marL="0" lvl="4" indent="0" algn="r">
              <a:spcBef>
                <a:spcPts val="0"/>
              </a:spcBef>
              <a:buNone/>
              <a:defRPr sz="900" b="0" i="0" u="none" strike="noStrike" cap="none">
                <a:solidFill>
                  <a:schemeClr val="lt1"/>
                </a:solidFill>
                <a:latin typeface="Arial"/>
                <a:ea typeface="Arial"/>
                <a:cs typeface="Arial"/>
                <a:sym typeface="Arial"/>
              </a:defRPr>
            </a:lvl5pPr>
            <a:lvl6pPr marL="0" lvl="5" indent="0" algn="r">
              <a:spcBef>
                <a:spcPts val="0"/>
              </a:spcBef>
              <a:buNone/>
              <a:defRPr sz="900" b="0" i="0" u="none" strike="noStrike" cap="none">
                <a:solidFill>
                  <a:schemeClr val="lt1"/>
                </a:solidFill>
                <a:latin typeface="Arial"/>
                <a:ea typeface="Arial"/>
                <a:cs typeface="Arial"/>
                <a:sym typeface="Arial"/>
              </a:defRPr>
            </a:lvl6pPr>
            <a:lvl7pPr marL="0" lvl="6" indent="0" algn="r">
              <a:spcBef>
                <a:spcPts val="0"/>
              </a:spcBef>
              <a:buNone/>
              <a:defRPr sz="900" b="0" i="0" u="none" strike="noStrike" cap="none">
                <a:solidFill>
                  <a:schemeClr val="lt1"/>
                </a:solidFill>
                <a:latin typeface="Arial"/>
                <a:ea typeface="Arial"/>
                <a:cs typeface="Arial"/>
                <a:sym typeface="Arial"/>
              </a:defRPr>
            </a:lvl7pPr>
            <a:lvl8pPr marL="0" lvl="7" indent="0" algn="r">
              <a:spcBef>
                <a:spcPts val="0"/>
              </a:spcBef>
              <a:buNone/>
              <a:defRPr sz="900" b="0" i="0" u="none" strike="noStrike" cap="none">
                <a:solidFill>
                  <a:schemeClr val="lt1"/>
                </a:solidFill>
                <a:latin typeface="Arial"/>
                <a:ea typeface="Arial"/>
                <a:cs typeface="Arial"/>
                <a:sym typeface="Arial"/>
              </a:defRPr>
            </a:lvl8pPr>
            <a:lvl9pPr marL="0" lvl="8" indent="0" algn="r">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99" name="Google Shape;199;p35"/>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rolina Blue">
  <p:cSld name="Content with Carolina Blue">
    <p:spTree>
      <p:nvGrpSpPr>
        <p:cNvPr id="1" name="Shape 200"/>
        <p:cNvGrpSpPr/>
        <p:nvPr/>
      </p:nvGrpSpPr>
      <p:grpSpPr>
        <a:xfrm>
          <a:off x="0" y="0"/>
          <a:ext cx="0" cy="0"/>
          <a:chOff x="0" y="0"/>
          <a:chExt cx="0" cy="0"/>
        </a:xfrm>
      </p:grpSpPr>
      <p:sp>
        <p:nvSpPr>
          <p:cNvPr id="201" name="Google Shape;201;p36"/>
          <p:cNvSpPr/>
          <p:nvPr/>
        </p:nvSpPr>
        <p:spPr>
          <a:xfrm>
            <a:off x="7458074" y="0"/>
            <a:ext cx="16860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2" name="Google Shape;202;p36"/>
          <p:cNvSpPr txBox="1">
            <a:spLocks noGrp="1"/>
          </p:cNvSpPr>
          <p:nvPr>
            <p:ph type="title"/>
          </p:nvPr>
        </p:nvSpPr>
        <p:spPr>
          <a:xfrm>
            <a:off x="464400" y="257175"/>
            <a:ext cx="6271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3" name="Google Shape;203;p36"/>
          <p:cNvSpPr txBox="1">
            <a:spLocks noGrp="1"/>
          </p:cNvSpPr>
          <p:nvPr>
            <p:ph type="body" idx="1"/>
          </p:nvPr>
        </p:nvSpPr>
        <p:spPr>
          <a:xfrm>
            <a:off x="464401" y="1357739"/>
            <a:ext cx="62715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204" name="Google Shape;204;p36"/>
          <p:cNvPicPr preferRelativeResize="0"/>
          <p:nvPr/>
        </p:nvPicPr>
        <p:blipFill rotWithShape="1">
          <a:blip r:embed="rId2">
            <a:alphaModFix/>
          </a:blip>
          <a:srcRect/>
          <a:stretch/>
        </p:blipFill>
        <p:spPr>
          <a:xfrm>
            <a:off x="8272346" y="257175"/>
            <a:ext cx="614479" cy="480060"/>
          </a:xfrm>
          <a:prstGeom prst="rect">
            <a:avLst/>
          </a:prstGeom>
          <a:noFill/>
          <a:ln>
            <a:noFill/>
          </a:ln>
        </p:spPr>
      </p:pic>
      <p:sp>
        <p:nvSpPr>
          <p:cNvPr id="205" name="Google Shape;205;p36"/>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06" name="Google Shape;206;p36"/>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7" name="Google Shape;207;p36"/>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Blank Area">
  <p:cSld name="Content with Blank Area">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464400" y="257175"/>
            <a:ext cx="75393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210" name="Google Shape;210;p37"/>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211" name="Google Shape;211;p37"/>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12" name="Google Shape;212;p37"/>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ntent with Large Photo">
  <p:cSld name="Content with Large Photo">
    <p:spTree>
      <p:nvGrpSpPr>
        <p:cNvPr id="1" name="Shape 213"/>
        <p:cNvGrpSpPr/>
        <p:nvPr/>
      </p:nvGrpSpPr>
      <p:grpSpPr>
        <a:xfrm>
          <a:off x="0" y="0"/>
          <a:ext cx="0" cy="0"/>
          <a:chOff x="0" y="0"/>
          <a:chExt cx="0" cy="0"/>
        </a:xfrm>
      </p:grpSpPr>
      <p:sp>
        <p:nvSpPr>
          <p:cNvPr id="214" name="Google Shape;214;p38"/>
          <p:cNvSpPr/>
          <p:nvPr/>
        </p:nvSpPr>
        <p:spPr>
          <a:xfrm>
            <a:off x="0" y="2981325"/>
            <a:ext cx="9144000" cy="21621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5" name="Google Shape;215;p38"/>
          <p:cNvSpPr txBox="1">
            <a:spLocks noGrp="1"/>
          </p:cNvSpPr>
          <p:nvPr>
            <p:ph type="title"/>
          </p:nvPr>
        </p:nvSpPr>
        <p:spPr>
          <a:xfrm>
            <a:off x="459000" y="257175"/>
            <a:ext cx="75447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216" name="Google Shape;216;p38"/>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217" name="Google Shape;217;p38"/>
          <p:cNvSpPr>
            <a:spLocks noGrp="1"/>
          </p:cNvSpPr>
          <p:nvPr>
            <p:ph type="pic" idx="2"/>
          </p:nvPr>
        </p:nvSpPr>
        <p:spPr>
          <a:xfrm>
            <a:off x="459000" y="1357739"/>
            <a:ext cx="8117400" cy="3242700"/>
          </a:xfrm>
          <a:prstGeom prst="rect">
            <a:avLst/>
          </a:prstGeom>
          <a:noFill/>
          <a:ln>
            <a:noFill/>
          </a:ln>
        </p:spPr>
      </p:sp>
      <p:sp>
        <p:nvSpPr>
          <p:cNvPr id="218" name="Google Shape;218;p38"/>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19" name="Google Shape;219;p38"/>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0" name="Google Shape;220;p38"/>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ull Photo">
  <p:cSld name="Full Photo">
    <p:spTree>
      <p:nvGrpSpPr>
        <p:cNvPr id="1" name="Shape 221"/>
        <p:cNvGrpSpPr/>
        <p:nvPr/>
      </p:nvGrpSpPr>
      <p:grpSpPr>
        <a:xfrm>
          <a:off x="0" y="0"/>
          <a:ext cx="0" cy="0"/>
          <a:chOff x="0" y="0"/>
          <a:chExt cx="0" cy="0"/>
        </a:xfrm>
      </p:grpSpPr>
      <p:sp>
        <p:nvSpPr>
          <p:cNvPr id="222" name="Google Shape;222;p39"/>
          <p:cNvSpPr>
            <a:spLocks noGrp="1"/>
          </p:cNvSpPr>
          <p:nvPr>
            <p:ph type="pic" idx="2"/>
          </p:nvPr>
        </p:nvSpPr>
        <p:spPr>
          <a:xfrm>
            <a:off x="0" y="0"/>
            <a:ext cx="9144000" cy="51435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ntent 2 Photos">
  <p:cSld name="Content 2 Photos">
    <p:spTree>
      <p:nvGrpSpPr>
        <p:cNvPr id="1" name="Shape 223"/>
        <p:cNvGrpSpPr/>
        <p:nvPr/>
      </p:nvGrpSpPr>
      <p:grpSpPr>
        <a:xfrm>
          <a:off x="0" y="0"/>
          <a:ext cx="0" cy="0"/>
          <a:chOff x="0" y="0"/>
          <a:chExt cx="0" cy="0"/>
        </a:xfrm>
      </p:grpSpPr>
      <p:sp>
        <p:nvSpPr>
          <p:cNvPr id="224" name="Google Shape;224;p40"/>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5" name="Google Shape;225;p40"/>
          <p:cNvSpPr>
            <a:spLocks noGrp="1"/>
          </p:cNvSpPr>
          <p:nvPr>
            <p:ph type="pic" idx="2"/>
          </p:nvPr>
        </p:nvSpPr>
        <p:spPr>
          <a:xfrm>
            <a:off x="0" y="0"/>
            <a:ext cx="4537800" cy="5143500"/>
          </a:xfrm>
          <a:prstGeom prst="rect">
            <a:avLst/>
          </a:prstGeom>
          <a:noFill/>
          <a:ln>
            <a:noFill/>
          </a:ln>
        </p:spPr>
      </p:sp>
      <p:sp>
        <p:nvSpPr>
          <p:cNvPr id="226" name="Google Shape;226;p40"/>
          <p:cNvSpPr>
            <a:spLocks noGrp="1"/>
          </p:cNvSpPr>
          <p:nvPr>
            <p:ph type="pic" idx="3"/>
          </p:nvPr>
        </p:nvSpPr>
        <p:spPr>
          <a:xfrm>
            <a:off x="4606290" y="0"/>
            <a:ext cx="4537800" cy="4600500"/>
          </a:xfrm>
          <a:prstGeom prst="rect">
            <a:avLst/>
          </a:prstGeom>
          <a:noFill/>
          <a:ln>
            <a:noFill/>
          </a:ln>
        </p:spPr>
      </p:sp>
      <p:sp>
        <p:nvSpPr>
          <p:cNvPr id="227" name="Google Shape;227;p40"/>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3 Photos">
  <p:cSld name="Content 3 Photos">
    <p:spTree>
      <p:nvGrpSpPr>
        <p:cNvPr id="1" name="Shape 228"/>
        <p:cNvGrpSpPr/>
        <p:nvPr/>
      </p:nvGrpSpPr>
      <p:grpSpPr>
        <a:xfrm>
          <a:off x="0" y="0"/>
          <a:ext cx="0" cy="0"/>
          <a:chOff x="0" y="0"/>
          <a:chExt cx="0" cy="0"/>
        </a:xfrm>
      </p:grpSpPr>
      <p:sp>
        <p:nvSpPr>
          <p:cNvPr id="229" name="Google Shape;229;p41"/>
          <p:cNvSpPr>
            <a:spLocks noGrp="1"/>
          </p:cNvSpPr>
          <p:nvPr>
            <p:ph type="pic" idx="2"/>
          </p:nvPr>
        </p:nvSpPr>
        <p:spPr>
          <a:xfrm>
            <a:off x="4606290" y="0"/>
            <a:ext cx="4537800" cy="4600500"/>
          </a:xfrm>
          <a:prstGeom prst="rect">
            <a:avLst/>
          </a:prstGeom>
          <a:noFill/>
          <a:ln>
            <a:noFill/>
          </a:ln>
        </p:spPr>
      </p:sp>
      <p:sp>
        <p:nvSpPr>
          <p:cNvPr id="230" name="Google Shape;230;p41"/>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1" name="Google Shape;231;p41"/>
          <p:cNvSpPr>
            <a:spLocks noGrp="1"/>
          </p:cNvSpPr>
          <p:nvPr>
            <p:ph type="pic" idx="3"/>
          </p:nvPr>
        </p:nvSpPr>
        <p:spPr>
          <a:xfrm>
            <a:off x="0" y="2606040"/>
            <a:ext cx="4537800" cy="2537400"/>
          </a:xfrm>
          <a:prstGeom prst="rect">
            <a:avLst/>
          </a:prstGeom>
          <a:noFill/>
          <a:ln>
            <a:noFill/>
          </a:ln>
        </p:spPr>
      </p:sp>
      <p:sp>
        <p:nvSpPr>
          <p:cNvPr id="232" name="Google Shape;232;p41"/>
          <p:cNvSpPr>
            <a:spLocks noGrp="1"/>
          </p:cNvSpPr>
          <p:nvPr>
            <p:ph type="pic" idx="4"/>
          </p:nvPr>
        </p:nvSpPr>
        <p:spPr>
          <a:xfrm>
            <a:off x="0" y="0"/>
            <a:ext cx="4537800" cy="2537400"/>
          </a:xfrm>
          <a:prstGeom prst="rect">
            <a:avLst/>
          </a:prstGeom>
          <a:noFill/>
          <a:ln>
            <a:noFill/>
          </a:ln>
        </p:spPr>
      </p:sp>
      <p:sp>
        <p:nvSpPr>
          <p:cNvPr id="233" name="Google Shape;233;p4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ntent 4 Photo Grid">
  <p:cSld name="Content 4 Photo Grid">
    <p:spTree>
      <p:nvGrpSpPr>
        <p:cNvPr id="1" name="Shape 234"/>
        <p:cNvGrpSpPr/>
        <p:nvPr/>
      </p:nvGrpSpPr>
      <p:grpSpPr>
        <a:xfrm>
          <a:off x="0" y="0"/>
          <a:ext cx="0" cy="0"/>
          <a:chOff x="0" y="0"/>
          <a:chExt cx="0" cy="0"/>
        </a:xfrm>
      </p:grpSpPr>
      <p:sp>
        <p:nvSpPr>
          <p:cNvPr id="235" name="Google Shape;235;p42"/>
          <p:cNvSpPr>
            <a:spLocks noGrp="1"/>
          </p:cNvSpPr>
          <p:nvPr>
            <p:ph type="pic" idx="2"/>
          </p:nvPr>
        </p:nvSpPr>
        <p:spPr>
          <a:xfrm>
            <a:off x="4606292" y="-1"/>
            <a:ext cx="4537800" cy="2432700"/>
          </a:xfrm>
          <a:prstGeom prst="rect">
            <a:avLst/>
          </a:prstGeom>
          <a:noFill/>
          <a:ln>
            <a:noFill/>
          </a:ln>
        </p:spPr>
      </p:sp>
      <p:sp>
        <p:nvSpPr>
          <p:cNvPr id="236" name="Google Shape;236;p42"/>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37" name="Google Shape;237;p42"/>
          <p:cNvSpPr>
            <a:spLocks noGrp="1"/>
          </p:cNvSpPr>
          <p:nvPr>
            <p:ph type="pic" idx="3"/>
          </p:nvPr>
        </p:nvSpPr>
        <p:spPr>
          <a:xfrm>
            <a:off x="0" y="2501261"/>
            <a:ext cx="4537800" cy="2099400"/>
          </a:xfrm>
          <a:prstGeom prst="rect">
            <a:avLst/>
          </a:prstGeom>
          <a:noFill/>
          <a:ln>
            <a:noFill/>
          </a:ln>
        </p:spPr>
      </p:sp>
      <p:sp>
        <p:nvSpPr>
          <p:cNvPr id="238" name="Google Shape;238;p42"/>
          <p:cNvSpPr>
            <a:spLocks noGrp="1"/>
          </p:cNvSpPr>
          <p:nvPr>
            <p:ph type="pic" idx="4"/>
          </p:nvPr>
        </p:nvSpPr>
        <p:spPr>
          <a:xfrm>
            <a:off x="0" y="-1"/>
            <a:ext cx="4537800" cy="2432700"/>
          </a:xfrm>
          <a:prstGeom prst="rect">
            <a:avLst/>
          </a:prstGeom>
          <a:noFill/>
          <a:ln>
            <a:noFill/>
          </a:ln>
        </p:spPr>
      </p:sp>
      <p:sp>
        <p:nvSpPr>
          <p:cNvPr id="239" name="Google Shape;239;p42"/>
          <p:cNvSpPr>
            <a:spLocks noGrp="1"/>
          </p:cNvSpPr>
          <p:nvPr>
            <p:ph type="pic" idx="5"/>
          </p:nvPr>
        </p:nvSpPr>
        <p:spPr>
          <a:xfrm>
            <a:off x="4606292" y="2501261"/>
            <a:ext cx="4537800" cy="2099400"/>
          </a:xfrm>
          <a:prstGeom prst="rect">
            <a:avLst/>
          </a:prstGeom>
          <a:noFill/>
          <a:ln>
            <a:noFill/>
          </a:ln>
        </p:spPr>
      </p:sp>
      <p:sp>
        <p:nvSpPr>
          <p:cNvPr id="240" name="Google Shape;240;p42"/>
          <p:cNvSpPr txBox="1"/>
          <p:nvPr/>
        </p:nvSpPr>
        <p:spPr>
          <a:xfrm>
            <a:off x="542925" y="4773934"/>
            <a:ext cx="48471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0" i="0" u="none" strike="noStrike" cap="none">
                <a:solidFill>
                  <a:schemeClr val="dk1"/>
                </a:solidFill>
                <a:latin typeface="Arial"/>
                <a:ea typeface="Arial"/>
                <a:cs typeface="Arial"/>
                <a:sym typeface="Arial"/>
              </a:rPr>
              <a:t>University, Division or Unit Name Goes Here</a:t>
            </a:r>
            <a:endParaRPr sz="1100"/>
          </a:p>
        </p:txBody>
      </p:sp>
      <p:sp>
        <p:nvSpPr>
          <p:cNvPr id="241" name="Google Shape;241;p42"/>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Arial"/>
                <a:ea typeface="Arial"/>
                <a:cs typeface="Arial"/>
                <a:sym typeface="Arial"/>
              </a:defRPr>
            </a:lvl1pPr>
            <a:lvl2pPr marL="0" lvl="1" indent="0" algn="r">
              <a:spcBef>
                <a:spcPts val="0"/>
              </a:spcBef>
              <a:buNone/>
              <a:defRPr sz="900" b="0" i="0" u="none" strike="noStrike" cap="none">
                <a:solidFill>
                  <a:schemeClr val="dk1"/>
                </a:solidFill>
                <a:latin typeface="Arial"/>
                <a:ea typeface="Arial"/>
                <a:cs typeface="Arial"/>
                <a:sym typeface="Arial"/>
              </a:defRPr>
            </a:lvl2pPr>
            <a:lvl3pPr marL="0" lvl="2" indent="0" algn="r">
              <a:spcBef>
                <a:spcPts val="0"/>
              </a:spcBef>
              <a:buNone/>
              <a:defRPr sz="900" b="0" i="0" u="none" strike="noStrike" cap="none">
                <a:solidFill>
                  <a:schemeClr val="dk1"/>
                </a:solidFill>
                <a:latin typeface="Arial"/>
                <a:ea typeface="Arial"/>
                <a:cs typeface="Arial"/>
                <a:sym typeface="Arial"/>
              </a:defRPr>
            </a:lvl3pPr>
            <a:lvl4pPr marL="0" lvl="3" indent="0" algn="r">
              <a:spcBef>
                <a:spcPts val="0"/>
              </a:spcBef>
              <a:buNone/>
              <a:defRPr sz="900" b="0" i="0" u="none" strike="noStrike" cap="none">
                <a:solidFill>
                  <a:schemeClr val="dk1"/>
                </a:solidFill>
                <a:latin typeface="Arial"/>
                <a:ea typeface="Arial"/>
                <a:cs typeface="Arial"/>
                <a:sym typeface="Arial"/>
              </a:defRPr>
            </a:lvl4pPr>
            <a:lvl5pPr marL="0" lvl="4" indent="0" algn="r">
              <a:spcBef>
                <a:spcPts val="0"/>
              </a:spcBef>
              <a:buNone/>
              <a:defRPr sz="900" b="0" i="0" u="none" strike="noStrike" cap="none">
                <a:solidFill>
                  <a:schemeClr val="dk1"/>
                </a:solidFill>
                <a:latin typeface="Arial"/>
                <a:ea typeface="Arial"/>
                <a:cs typeface="Arial"/>
                <a:sym typeface="Arial"/>
              </a:defRPr>
            </a:lvl5pPr>
            <a:lvl6pPr marL="0" lvl="5" indent="0" algn="r">
              <a:spcBef>
                <a:spcPts val="0"/>
              </a:spcBef>
              <a:buNone/>
              <a:defRPr sz="900" b="0" i="0" u="none" strike="noStrike" cap="none">
                <a:solidFill>
                  <a:schemeClr val="dk1"/>
                </a:solidFill>
                <a:latin typeface="Arial"/>
                <a:ea typeface="Arial"/>
                <a:cs typeface="Arial"/>
                <a:sym typeface="Arial"/>
              </a:defRPr>
            </a:lvl6pPr>
            <a:lvl7pPr marL="0" lvl="6" indent="0" algn="r">
              <a:spcBef>
                <a:spcPts val="0"/>
              </a:spcBef>
              <a:buNone/>
              <a:defRPr sz="900" b="0" i="0" u="none" strike="noStrike" cap="none">
                <a:solidFill>
                  <a:schemeClr val="dk1"/>
                </a:solidFill>
                <a:latin typeface="Arial"/>
                <a:ea typeface="Arial"/>
                <a:cs typeface="Arial"/>
                <a:sym typeface="Arial"/>
              </a:defRPr>
            </a:lvl7pPr>
            <a:lvl8pPr marL="0" lvl="7" indent="0" algn="r">
              <a:spcBef>
                <a:spcPts val="0"/>
              </a:spcBef>
              <a:buNone/>
              <a:defRPr sz="900" b="0" i="0" u="none" strike="noStrike" cap="none">
                <a:solidFill>
                  <a:schemeClr val="dk1"/>
                </a:solidFill>
                <a:latin typeface="Arial"/>
                <a:ea typeface="Arial"/>
                <a:cs typeface="Arial"/>
                <a:sym typeface="Arial"/>
              </a:defRPr>
            </a:lvl8pPr>
            <a:lvl9pPr marL="0" lvl="8" indent="0" algn="r">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 4 Photo Gallery">
  <p:cSld name="Content 4 Photo Gallery">
    <p:spTree>
      <p:nvGrpSpPr>
        <p:cNvPr id="1" name="Shape 242"/>
        <p:cNvGrpSpPr/>
        <p:nvPr/>
      </p:nvGrpSpPr>
      <p:grpSpPr>
        <a:xfrm>
          <a:off x="0" y="0"/>
          <a:ext cx="0" cy="0"/>
          <a:chOff x="0" y="0"/>
          <a:chExt cx="0" cy="0"/>
        </a:xfrm>
      </p:grpSpPr>
      <p:sp>
        <p:nvSpPr>
          <p:cNvPr id="243" name="Google Shape;243;p43"/>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244" name="Google Shape;244;p43"/>
          <p:cNvSpPr/>
          <p:nvPr/>
        </p:nvSpPr>
        <p:spPr>
          <a:xfrm>
            <a:off x="-1" y="1094"/>
            <a:ext cx="3058800" cy="35688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45" name="Google Shape;245;p43"/>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246" name="Google Shape;246;p43"/>
          <p:cNvSpPr>
            <a:spLocks noGrp="1"/>
          </p:cNvSpPr>
          <p:nvPr>
            <p:ph type="pic" idx="2"/>
          </p:nvPr>
        </p:nvSpPr>
        <p:spPr>
          <a:xfrm>
            <a:off x="0" y="2536367"/>
            <a:ext cx="4400100" cy="2064300"/>
          </a:xfrm>
          <a:prstGeom prst="rect">
            <a:avLst/>
          </a:prstGeom>
          <a:noFill/>
          <a:ln>
            <a:noFill/>
          </a:ln>
        </p:spPr>
      </p:sp>
      <p:sp>
        <p:nvSpPr>
          <p:cNvPr id="247" name="Google Shape;247;p43"/>
          <p:cNvSpPr>
            <a:spLocks noGrp="1"/>
          </p:cNvSpPr>
          <p:nvPr>
            <p:ph type="pic" idx="3"/>
          </p:nvPr>
        </p:nvSpPr>
        <p:spPr>
          <a:xfrm>
            <a:off x="466753" y="253374"/>
            <a:ext cx="1714500" cy="1872600"/>
          </a:xfrm>
          <a:prstGeom prst="rect">
            <a:avLst/>
          </a:prstGeom>
          <a:noFill/>
          <a:ln>
            <a:noFill/>
          </a:ln>
        </p:spPr>
      </p:sp>
      <p:sp>
        <p:nvSpPr>
          <p:cNvPr id="248" name="Google Shape;248;p43"/>
          <p:cNvSpPr>
            <a:spLocks noGrp="1"/>
          </p:cNvSpPr>
          <p:nvPr>
            <p:ph type="pic" idx="4"/>
          </p:nvPr>
        </p:nvSpPr>
        <p:spPr>
          <a:xfrm>
            <a:off x="2609485" y="253374"/>
            <a:ext cx="1790700" cy="1872600"/>
          </a:xfrm>
          <a:prstGeom prst="rect">
            <a:avLst/>
          </a:prstGeom>
          <a:noFill/>
          <a:ln>
            <a:noFill/>
          </a:ln>
        </p:spPr>
      </p:sp>
      <p:sp>
        <p:nvSpPr>
          <p:cNvPr id="249" name="Google Shape;249;p43"/>
          <p:cNvSpPr>
            <a:spLocks noGrp="1"/>
          </p:cNvSpPr>
          <p:nvPr>
            <p:ph type="pic" idx="5"/>
          </p:nvPr>
        </p:nvSpPr>
        <p:spPr>
          <a:xfrm>
            <a:off x="4832493" y="1121690"/>
            <a:ext cx="4323900" cy="3478800"/>
          </a:xfrm>
          <a:prstGeom prst="rect">
            <a:avLst/>
          </a:prstGeom>
          <a:noFill/>
          <a:ln>
            <a:noFill/>
          </a:ln>
        </p:spPr>
      </p:sp>
      <p:sp>
        <p:nvSpPr>
          <p:cNvPr id="250" name="Google Shape;250;p43"/>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a:solidFill>
                  <a:schemeClr val="dk1"/>
                </a:solidFill>
                <a:latin typeface="Arial"/>
                <a:ea typeface="Arial"/>
                <a:cs typeface="Arial"/>
                <a:sym typeface="Arial"/>
              </a:defRPr>
            </a:lvl1pPr>
            <a:lvl2pPr marL="0" lvl="1" indent="0" algn="r">
              <a:spcBef>
                <a:spcPts val="0"/>
              </a:spcBef>
              <a:buNone/>
              <a:defRPr sz="900" b="0">
                <a:solidFill>
                  <a:schemeClr val="dk1"/>
                </a:solidFill>
                <a:latin typeface="Arial"/>
                <a:ea typeface="Arial"/>
                <a:cs typeface="Arial"/>
                <a:sym typeface="Arial"/>
              </a:defRPr>
            </a:lvl2pPr>
            <a:lvl3pPr marL="0" lvl="2" indent="0" algn="r">
              <a:spcBef>
                <a:spcPts val="0"/>
              </a:spcBef>
              <a:buNone/>
              <a:defRPr sz="900" b="0">
                <a:solidFill>
                  <a:schemeClr val="dk1"/>
                </a:solidFill>
                <a:latin typeface="Arial"/>
                <a:ea typeface="Arial"/>
                <a:cs typeface="Arial"/>
                <a:sym typeface="Arial"/>
              </a:defRPr>
            </a:lvl3pPr>
            <a:lvl4pPr marL="0" lvl="3" indent="0" algn="r">
              <a:spcBef>
                <a:spcPts val="0"/>
              </a:spcBef>
              <a:buNone/>
              <a:defRPr sz="900" b="0">
                <a:solidFill>
                  <a:schemeClr val="dk1"/>
                </a:solidFill>
                <a:latin typeface="Arial"/>
                <a:ea typeface="Arial"/>
                <a:cs typeface="Arial"/>
                <a:sym typeface="Arial"/>
              </a:defRPr>
            </a:lvl4pPr>
            <a:lvl5pPr marL="0" lvl="4" indent="0" algn="r">
              <a:spcBef>
                <a:spcPts val="0"/>
              </a:spcBef>
              <a:buNone/>
              <a:defRPr sz="900" b="0">
                <a:solidFill>
                  <a:schemeClr val="dk1"/>
                </a:solidFill>
                <a:latin typeface="Arial"/>
                <a:ea typeface="Arial"/>
                <a:cs typeface="Arial"/>
                <a:sym typeface="Arial"/>
              </a:defRPr>
            </a:lvl5pPr>
            <a:lvl6pPr marL="0" lvl="5" indent="0" algn="r">
              <a:spcBef>
                <a:spcPts val="0"/>
              </a:spcBef>
              <a:buNone/>
              <a:defRPr sz="900" b="0">
                <a:solidFill>
                  <a:schemeClr val="dk1"/>
                </a:solidFill>
                <a:latin typeface="Arial"/>
                <a:ea typeface="Arial"/>
                <a:cs typeface="Arial"/>
                <a:sym typeface="Arial"/>
              </a:defRPr>
            </a:lvl6pPr>
            <a:lvl7pPr marL="0" lvl="6" indent="0" algn="r">
              <a:spcBef>
                <a:spcPts val="0"/>
              </a:spcBef>
              <a:buNone/>
              <a:defRPr sz="900" b="0">
                <a:solidFill>
                  <a:schemeClr val="dk1"/>
                </a:solidFill>
                <a:latin typeface="Arial"/>
                <a:ea typeface="Arial"/>
                <a:cs typeface="Arial"/>
                <a:sym typeface="Arial"/>
              </a:defRPr>
            </a:lvl7pPr>
            <a:lvl8pPr marL="0" lvl="7" indent="0" algn="r">
              <a:spcBef>
                <a:spcPts val="0"/>
              </a:spcBef>
              <a:buNone/>
              <a:defRPr sz="900" b="0">
                <a:solidFill>
                  <a:schemeClr val="dk1"/>
                </a:solidFill>
                <a:latin typeface="Arial"/>
                <a:ea typeface="Arial"/>
                <a:cs typeface="Arial"/>
                <a:sym typeface="Arial"/>
              </a:defRPr>
            </a:lvl8pPr>
            <a:lvl9pPr marL="0" lvl="8" indent="0" algn="r">
              <a:spcBef>
                <a:spcPts val="0"/>
              </a:spcBef>
              <a:buNone/>
              <a:defRPr sz="900" b="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51" name="Google Shape;251;p43"/>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First. And For All. Carolina Blue">
  <p:cSld name="First. And For All. Carolina Blue">
    <p:spTree>
      <p:nvGrpSpPr>
        <p:cNvPr id="1" name="Shape 252"/>
        <p:cNvGrpSpPr/>
        <p:nvPr/>
      </p:nvGrpSpPr>
      <p:grpSpPr>
        <a:xfrm>
          <a:off x="0" y="0"/>
          <a:ext cx="0" cy="0"/>
          <a:chOff x="0" y="0"/>
          <a:chExt cx="0" cy="0"/>
        </a:xfrm>
      </p:grpSpPr>
      <p:sp>
        <p:nvSpPr>
          <p:cNvPr id="253" name="Google Shape;253;p44"/>
          <p:cNvSpPr/>
          <p:nvPr/>
        </p:nvSpPr>
        <p:spPr>
          <a:xfrm>
            <a:off x="0" y="-29560"/>
            <a:ext cx="9144000" cy="5202600"/>
          </a:xfrm>
          <a:prstGeom prst="rect">
            <a:avLst/>
          </a:prstGeom>
          <a:solidFill>
            <a:schemeClr val="accent1"/>
          </a:solidFill>
          <a:ln w="19050" cap="flat" cmpd="sng">
            <a:solidFill>
              <a:srgbClr val="367199"/>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54" name="Google Shape;254;p44" descr="Interlocking NC with the tagline, “First. And For All.”"/>
          <p:cNvPicPr preferRelativeResize="0"/>
          <p:nvPr/>
        </p:nvPicPr>
        <p:blipFill rotWithShape="1">
          <a:blip r:embed="rId2">
            <a:alphaModFix/>
          </a:blip>
          <a:srcRect/>
          <a:stretch/>
        </p:blipFill>
        <p:spPr>
          <a:xfrm>
            <a:off x="1768585" y="2092874"/>
            <a:ext cx="5606830" cy="95775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irst. And For All. White">
  <p:cSld name="First. And For All. White">
    <p:spTree>
      <p:nvGrpSpPr>
        <p:cNvPr id="1" name="Shape 255"/>
        <p:cNvGrpSpPr/>
        <p:nvPr/>
      </p:nvGrpSpPr>
      <p:grpSpPr>
        <a:xfrm>
          <a:off x="0" y="0"/>
          <a:ext cx="0" cy="0"/>
          <a:chOff x="0" y="0"/>
          <a:chExt cx="0" cy="0"/>
        </a:xfrm>
      </p:grpSpPr>
      <p:pic>
        <p:nvPicPr>
          <p:cNvPr id="256" name="Google Shape;256;p45" descr="Interlocking NC with the tagline, “First. And For All.”"/>
          <p:cNvPicPr preferRelativeResize="0"/>
          <p:nvPr/>
        </p:nvPicPr>
        <p:blipFill rotWithShape="1">
          <a:blip r:embed="rId2">
            <a:alphaModFix/>
          </a:blip>
          <a:srcRect l="-40" r="-30"/>
          <a:stretch/>
        </p:blipFill>
        <p:spPr>
          <a:xfrm>
            <a:off x="1768585" y="2092874"/>
            <a:ext cx="5606830" cy="95775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First. And For All. Navy">
  <p:cSld name="First. And For All. Navy">
    <p:spTree>
      <p:nvGrpSpPr>
        <p:cNvPr id="1" name="Shape 257"/>
        <p:cNvGrpSpPr/>
        <p:nvPr/>
      </p:nvGrpSpPr>
      <p:grpSpPr>
        <a:xfrm>
          <a:off x="0" y="0"/>
          <a:ext cx="0" cy="0"/>
          <a:chOff x="0" y="0"/>
          <a:chExt cx="0" cy="0"/>
        </a:xfrm>
      </p:grpSpPr>
      <p:sp>
        <p:nvSpPr>
          <p:cNvPr id="258" name="Google Shape;258;p46"/>
          <p:cNvSpPr/>
          <p:nvPr/>
        </p:nvSpPr>
        <p:spPr>
          <a:xfrm>
            <a:off x="0" y="-29560"/>
            <a:ext cx="9144000" cy="52026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59" name="Google Shape;259;p46" descr="Interlocking NC with the tagline, “First. And For All.”"/>
          <p:cNvPicPr preferRelativeResize="0"/>
          <p:nvPr/>
        </p:nvPicPr>
        <p:blipFill rotWithShape="1">
          <a:blip r:embed="rId2">
            <a:alphaModFix/>
          </a:blip>
          <a:srcRect/>
          <a:stretch/>
        </p:blipFill>
        <p:spPr>
          <a:xfrm>
            <a:off x="1768581" y="2092874"/>
            <a:ext cx="5606833" cy="957751"/>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End Slide with Signature CarolinaBlue">
  <p:cSld name="End Slide with Signature CarolinaBlue">
    <p:spTree>
      <p:nvGrpSpPr>
        <p:cNvPr id="1" name="Shape 260"/>
        <p:cNvGrpSpPr/>
        <p:nvPr/>
      </p:nvGrpSpPr>
      <p:grpSpPr>
        <a:xfrm>
          <a:off x="0" y="0"/>
          <a:ext cx="0" cy="0"/>
          <a:chOff x="0" y="0"/>
          <a:chExt cx="0" cy="0"/>
        </a:xfrm>
      </p:grpSpPr>
      <p:sp>
        <p:nvSpPr>
          <p:cNvPr id="261" name="Google Shape;261;p47"/>
          <p:cNvSpPr/>
          <p:nvPr/>
        </p:nvSpPr>
        <p:spPr>
          <a:xfrm>
            <a:off x="0" y="0"/>
            <a:ext cx="9144000" cy="5210400"/>
          </a:xfrm>
          <a:prstGeom prst="rect">
            <a:avLst/>
          </a:prstGeom>
          <a:solidFill>
            <a:schemeClr val="accent1"/>
          </a:solidFill>
          <a:ln w="19050" cap="flat" cmpd="sng">
            <a:solidFill>
              <a:srgbClr val="367199"/>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62" name="Google Shape;262;p47" descr="The University of North Carolina at Chapel Hill"/>
          <p:cNvPicPr preferRelativeResize="0"/>
          <p:nvPr/>
        </p:nvPicPr>
        <p:blipFill rotWithShape="1">
          <a:blip r:embed="rId2">
            <a:alphaModFix/>
          </a:blip>
          <a:srcRect/>
          <a:stretch/>
        </p:blipFill>
        <p:spPr>
          <a:xfrm>
            <a:off x="2961798" y="2069869"/>
            <a:ext cx="3220400" cy="1003761"/>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over with Full Signature">
  <p:cSld name="Cover with Full Signature">
    <p:spTree>
      <p:nvGrpSpPr>
        <p:cNvPr id="1" name="Shape 267"/>
        <p:cNvGrpSpPr/>
        <p:nvPr/>
      </p:nvGrpSpPr>
      <p:grpSpPr>
        <a:xfrm>
          <a:off x="0" y="0"/>
          <a:ext cx="0" cy="0"/>
          <a:chOff x="0" y="0"/>
          <a:chExt cx="0" cy="0"/>
        </a:xfrm>
      </p:grpSpPr>
      <p:sp>
        <p:nvSpPr>
          <p:cNvPr id="268" name="Google Shape;268;p49"/>
          <p:cNvSpPr/>
          <p:nvPr/>
        </p:nvSpPr>
        <p:spPr>
          <a:xfrm>
            <a:off x="0" y="3882680"/>
            <a:ext cx="9144000" cy="12822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9" name="Google Shape;269;p49"/>
          <p:cNvSpPr txBox="1">
            <a:spLocks noGrp="1"/>
          </p:cNvSpPr>
          <p:nvPr>
            <p:ph type="title"/>
          </p:nvPr>
        </p:nvSpPr>
        <p:spPr>
          <a:xfrm>
            <a:off x="457200" y="1110100"/>
            <a:ext cx="8229600" cy="1900500"/>
          </a:xfrm>
          <a:prstGeom prst="rect">
            <a:avLst/>
          </a:prstGeom>
          <a:noFill/>
          <a:ln>
            <a:noFill/>
          </a:ln>
        </p:spPr>
        <p:txBody>
          <a:bodyPr spcFirstLastPara="1" wrap="square" lIns="68575" tIns="34275" rIns="68575" bIns="34275" anchor="t" anchorCtr="0">
            <a:normAutofit/>
          </a:bodyPr>
          <a:lstStyle>
            <a:lvl1pPr lvl="0" algn="l">
              <a:lnSpc>
                <a:spcPct val="100000"/>
              </a:lnSpc>
              <a:spcBef>
                <a:spcPts val="0"/>
              </a:spcBef>
              <a:spcAft>
                <a:spcPts val="0"/>
              </a:spcAft>
              <a:buClr>
                <a:schemeClr val="accent1"/>
              </a:buClr>
              <a:buSzPts val="5400"/>
              <a:buFont typeface="Arial"/>
              <a:buNone/>
              <a:defRPr sz="54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0" name="Google Shape;270;p49"/>
          <p:cNvSpPr txBox="1">
            <a:spLocks noGrp="1"/>
          </p:cNvSpPr>
          <p:nvPr>
            <p:ph type="body" idx="1"/>
          </p:nvPr>
        </p:nvSpPr>
        <p:spPr>
          <a:xfrm>
            <a:off x="457200" y="3135829"/>
            <a:ext cx="8229600" cy="3429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700"/>
              <a:buNone/>
              <a:defRPr sz="1700" b="1">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271" name="Google Shape;271;p49"/>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272" name="Google Shape;272;p49"/>
          <p:cNvSpPr txBox="1">
            <a:spLocks noGrp="1"/>
          </p:cNvSpPr>
          <p:nvPr>
            <p:ph type="body" idx="2"/>
          </p:nvPr>
        </p:nvSpPr>
        <p:spPr>
          <a:xfrm>
            <a:off x="462914" y="384703"/>
            <a:ext cx="4068900" cy="3429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700"/>
              <a:buNone/>
              <a:defRPr sz="1700">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273" name="Google Shape;273;p49"/>
          <p:cNvPicPr preferRelativeResize="0"/>
          <p:nvPr/>
        </p:nvPicPr>
        <p:blipFill rotWithShape="1">
          <a:blip r:embed="rId3">
            <a:alphaModFix/>
          </a:blip>
          <a:srcRect l="290" t="50000" r="-150" b="-10002"/>
          <a:stretch/>
        </p:blipFill>
        <p:spPr>
          <a:xfrm>
            <a:off x="6172200" y="-5812"/>
            <a:ext cx="3497578" cy="617220"/>
          </a:xfrm>
          <a:prstGeom prst="rect">
            <a:avLst/>
          </a:prstGeom>
          <a:noFill/>
          <a:ln>
            <a:noFill/>
          </a:ln>
        </p:spPr>
      </p:pic>
      <p:pic>
        <p:nvPicPr>
          <p:cNvPr id="274" name="Google Shape;274;p49"/>
          <p:cNvPicPr preferRelativeResize="0"/>
          <p:nvPr/>
        </p:nvPicPr>
        <p:blipFill rotWithShape="1">
          <a:blip r:embed="rId4">
            <a:alphaModFix/>
          </a:blip>
          <a:srcRect/>
          <a:stretch/>
        </p:blipFill>
        <p:spPr>
          <a:xfrm>
            <a:off x="457200" y="4093848"/>
            <a:ext cx="2758966" cy="859937"/>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BAE40"/>
          </p15:clr>
        </p15:guide>
        <p15:guide id="2" pos="547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with Photo Left">
  <p:cSld name="Content with Photo Left">
    <p:spTree>
      <p:nvGrpSpPr>
        <p:cNvPr id="1" name="Shape 275"/>
        <p:cNvGrpSpPr/>
        <p:nvPr/>
      </p:nvGrpSpPr>
      <p:grpSpPr>
        <a:xfrm>
          <a:off x="0" y="0"/>
          <a:ext cx="0" cy="0"/>
          <a:chOff x="0" y="0"/>
          <a:chExt cx="0" cy="0"/>
        </a:xfrm>
      </p:grpSpPr>
      <p:sp>
        <p:nvSpPr>
          <p:cNvPr id="276" name="Google Shape;276;p50"/>
          <p:cNvSpPr/>
          <p:nvPr/>
        </p:nvSpPr>
        <p:spPr>
          <a:xfrm>
            <a:off x="0" y="4612115"/>
            <a:ext cx="9144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7" name="Google Shape;277;p50"/>
          <p:cNvSpPr txBox="1">
            <a:spLocks noGrp="1"/>
          </p:cNvSpPr>
          <p:nvPr>
            <p:ph type="title"/>
          </p:nvPr>
        </p:nvSpPr>
        <p:spPr>
          <a:xfrm>
            <a:off x="459000" y="257175"/>
            <a:ext cx="75447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278" name="Google Shape;278;p50"/>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279" name="Google Shape;279;p50"/>
          <p:cNvSpPr txBox="1">
            <a:spLocks noGrp="1"/>
          </p:cNvSpPr>
          <p:nvPr>
            <p:ph type="body" idx="1"/>
          </p:nvPr>
        </p:nvSpPr>
        <p:spPr>
          <a:xfrm>
            <a:off x="3482789" y="1357739"/>
            <a:ext cx="5202300" cy="2891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80" name="Google Shape;280;p50"/>
          <p:cNvSpPr>
            <a:spLocks noGrp="1"/>
          </p:cNvSpPr>
          <p:nvPr>
            <p:ph type="pic" idx="2"/>
          </p:nvPr>
        </p:nvSpPr>
        <p:spPr>
          <a:xfrm>
            <a:off x="548640" y="1354214"/>
            <a:ext cx="2611500" cy="2891400"/>
          </a:xfrm>
          <a:prstGeom prst="rect">
            <a:avLst/>
          </a:prstGeom>
          <a:noFill/>
          <a:ln>
            <a:noFill/>
          </a:ln>
        </p:spPr>
        <p:txBody>
          <a:bodyPr/>
          <a:lstStyle/>
          <a:p>
            <a:endParaRPr lang="en-US"/>
          </a:p>
        </p:txBody>
      </p:sp>
      <p:sp>
        <p:nvSpPr>
          <p:cNvPr id="281" name="Google Shape;281;p50"/>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82" name="Google Shape;282;p50"/>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3" name="Google Shape;283;p50"/>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with Navy">
  <p:cSld name="Content with Navy">
    <p:spTree>
      <p:nvGrpSpPr>
        <p:cNvPr id="1" name="Shape 284"/>
        <p:cNvGrpSpPr/>
        <p:nvPr/>
      </p:nvGrpSpPr>
      <p:grpSpPr>
        <a:xfrm>
          <a:off x="0" y="0"/>
          <a:ext cx="0" cy="0"/>
          <a:chOff x="0" y="0"/>
          <a:chExt cx="0" cy="0"/>
        </a:xfrm>
      </p:grpSpPr>
      <p:sp>
        <p:nvSpPr>
          <p:cNvPr id="285" name="Google Shape;285;p51"/>
          <p:cNvSpPr/>
          <p:nvPr/>
        </p:nvSpPr>
        <p:spPr>
          <a:xfrm>
            <a:off x="7458075" y="-37443"/>
            <a:ext cx="1686000" cy="52185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6" name="Google Shape;286;p51"/>
          <p:cNvSpPr txBox="1">
            <a:spLocks noGrp="1"/>
          </p:cNvSpPr>
          <p:nvPr>
            <p:ph type="title"/>
          </p:nvPr>
        </p:nvSpPr>
        <p:spPr>
          <a:xfrm>
            <a:off x="464400" y="257175"/>
            <a:ext cx="6271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7" name="Google Shape;287;p51"/>
          <p:cNvSpPr txBox="1">
            <a:spLocks noGrp="1"/>
          </p:cNvSpPr>
          <p:nvPr>
            <p:ph type="body" idx="1"/>
          </p:nvPr>
        </p:nvSpPr>
        <p:spPr>
          <a:xfrm>
            <a:off x="464401" y="1357739"/>
            <a:ext cx="62715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288" name="Google Shape;288;p51"/>
          <p:cNvPicPr preferRelativeResize="0"/>
          <p:nvPr/>
        </p:nvPicPr>
        <p:blipFill rotWithShape="1">
          <a:blip r:embed="rId2">
            <a:alphaModFix/>
          </a:blip>
          <a:srcRect/>
          <a:stretch/>
        </p:blipFill>
        <p:spPr>
          <a:xfrm>
            <a:off x="8272346" y="257175"/>
            <a:ext cx="614479" cy="480060"/>
          </a:xfrm>
          <a:prstGeom prst="rect">
            <a:avLst/>
          </a:prstGeom>
          <a:noFill/>
          <a:ln>
            <a:noFill/>
          </a:ln>
        </p:spPr>
      </p:pic>
      <p:sp>
        <p:nvSpPr>
          <p:cNvPr id="289" name="Google Shape;289;p5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90" name="Google Shape;290;p51"/>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1" name="Google Shape;291;p51"/>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 with Blank Area">
  <p:cSld name="Content with Blank Area">
    <p:spTree>
      <p:nvGrpSpPr>
        <p:cNvPr id="1" name="Shape 292"/>
        <p:cNvGrpSpPr/>
        <p:nvPr/>
      </p:nvGrpSpPr>
      <p:grpSpPr>
        <a:xfrm>
          <a:off x="0" y="0"/>
          <a:ext cx="0" cy="0"/>
          <a:chOff x="0" y="0"/>
          <a:chExt cx="0" cy="0"/>
        </a:xfrm>
      </p:grpSpPr>
      <p:sp>
        <p:nvSpPr>
          <p:cNvPr id="293" name="Google Shape;293;p52"/>
          <p:cNvSpPr txBox="1">
            <a:spLocks noGrp="1"/>
          </p:cNvSpPr>
          <p:nvPr>
            <p:ph type="title"/>
          </p:nvPr>
        </p:nvSpPr>
        <p:spPr>
          <a:xfrm>
            <a:off x="464400" y="257175"/>
            <a:ext cx="75393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294" name="Google Shape;294;p52"/>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295" name="Google Shape;295;p52"/>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96" name="Google Shape;296;p52"/>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tent with 2 Columns">
  <p:cSld name="Content with 2 Columns">
    <p:spTree>
      <p:nvGrpSpPr>
        <p:cNvPr id="1" name="Shape 297"/>
        <p:cNvGrpSpPr/>
        <p:nvPr/>
      </p:nvGrpSpPr>
      <p:grpSpPr>
        <a:xfrm>
          <a:off x="0" y="0"/>
          <a:ext cx="0" cy="0"/>
          <a:chOff x="0" y="0"/>
          <a:chExt cx="0" cy="0"/>
        </a:xfrm>
      </p:grpSpPr>
      <p:sp>
        <p:nvSpPr>
          <p:cNvPr id="298" name="Google Shape;298;p53"/>
          <p:cNvSpPr txBox="1">
            <a:spLocks noGrp="1"/>
          </p:cNvSpPr>
          <p:nvPr>
            <p:ph type="title"/>
          </p:nvPr>
        </p:nvSpPr>
        <p:spPr>
          <a:xfrm>
            <a:off x="457200" y="257175"/>
            <a:ext cx="7546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299" name="Google Shape;299;p53"/>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300" name="Google Shape;300;p53"/>
          <p:cNvSpPr txBox="1">
            <a:spLocks noGrp="1"/>
          </p:cNvSpPr>
          <p:nvPr>
            <p:ph type="body" idx="1"/>
          </p:nvPr>
        </p:nvSpPr>
        <p:spPr>
          <a:xfrm>
            <a:off x="457200" y="1357739"/>
            <a:ext cx="3960900" cy="300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1" name="Google Shape;301;p53"/>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02" name="Google Shape;302;p53"/>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3" name="Google Shape;303;p53"/>
          <p:cNvSpPr txBox="1">
            <a:spLocks noGrp="1"/>
          </p:cNvSpPr>
          <p:nvPr>
            <p:ph type="body" idx="2"/>
          </p:nvPr>
        </p:nvSpPr>
        <p:spPr>
          <a:xfrm>
            <a:off x="4726004" y="1357739"/>
            <a:ext cx="3960900" cy="30015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4" name="Google Shape;304;p53"/>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End Slide with Signature White">
  <p:cSld name="End Slide with Signature White">
    <p:spTree>
      <p:nvGrpSpPr>
        <p:cNvPr id="1" name="Shape 305"/>
        <p:cNvGrpSpPr/>
        <p:nvPr/>
      </p:nvGrpSpPr>
      <p:grpSpPr>
        <a:xfrm>
          <a:off x="0" y="0"/>
          <a:ext cx="0" cy="0"/>
          <a:chOff x="0" y="0"/>
          <a:chExt cx="0" cy="0"/>
        </a:xfrm>
      </p:grpSpPr>
      <p:pic>
        <p:nvPicPr>
          <p:cNvPr id="306" name="Google Shape;306;p54" descr="The University of North Carolina at Chapel Hill"/>
          <p:cNvPicPr preferRelativeResize="0"/>
          <p:nvPr/>
        </p:nvPicPr>
        <p:blipFill rotWithShape="1">
          <a:blip r:embed="rId2">
            <a:alphaModFix/>
          </a:blip>
          <a:srcRect/>
          <a:stretch/>
        </p:blipFill>
        <p:spPr>
          <a:xfrm>
            <a:off x="2961799" y="2069869"/>
            <a:ext cx="3220402" cy="1003762"/>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ver Logo Only">
  <p:cSld name="Cover Logo Only">
    <p:spTree>
      <p:nvGrpSpPr>
        <p:cNvPr id="1" name="Shape 307"/>
        <p:cNvGrpSpPr/>
        <p:nvPr/>
      </p:nvGrpSpPr>
      <p:grpSpPr>
        <a:xfrm>
          <a:off x="0" y="0"/>
          <a:ext cx="0" cy="0"/>
          <a:chOff x="0" y="0"/>
          <a:chExt cx="0" cy="0"/>
        </a:xfrm>
      </p:grpSpPr>
      <p:sp>
        <p:nvSpPr>
          <p:cNvPr id="308" name="Google Shape;308;p55"/>
          <p:cNvSpPr/>
          <p:nvPr/>
        </p:nvSpPr>
        <p:spPr>
          <a:xfrm>
            <a:off x="7285427" y="3952770"/>
            <a:ext cx="1858500" cy="11907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9" name="Google Shape;309;p55"/>
          <p:cNvSpPr txBox="1">
            <a:spLocks noGrp="1"/>
          </p:cNvSpPr>
          <p:nvPr>
            <p:ph type="title"/>
          </p:nvPr>
        </p:nvSpPr>
        <p:spPr>
          <a:xfrm>
            <a:off x="450218" y="514350"/>
            <a:ext cx="6495900" cy="26283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accent1"/>
              </a:buClr>
              <a:buSzPts val="6000"/>
              <a:buFont typeface="Arial"/>
              <a:buNone/>
              <a:defRPr sz="60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0" name="Google Shape;310;p55"/>
          <p:cNvSpPr txBox="1">
            <a:spLocks noGrp="1"/>
          </p:cNvSpPr>
          <p:nvPr>
            <p:ph type="body" idx="1"/>
          </p:nvPr>
        </p:nvSpPr>
        <p:spPr>
          <a:xfrm>
            <a:off x="450217" y="3275785"/>
            <a:ext cx="6495900" cy="11514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500"/>
              <a:buNone/>
              <a:defRPr sz="1500">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311" name="Google Shape;311;p55"/>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312" name="Google Shape;312;p55"/>
          <p:cNvSpPr/>
          <p:nvPr/>
        </p:nvSpPr>
        <p:spPr>
          <a:xfrm>
            <a:off x="0" y="1"/>
            <a:ext cx="227400" cy="2926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13" name="Google Shape;313;p55"/>
          <p:cNvPicPr preferRelativeResize="0"/>
          <p:nvPr/>
        </p:nvPicPr>
        <p:blipFill rotWithShape="1">
          <a:blip r:embed="rId3">
            <a:alphaModFix/>
          </a:blip>
          <a:srcRect/>
          <a:stretch/>
        </p:blipFill>
        <p:spPr>
          <a:xfrm>
            <a:off x="7792514" y="4195724"/>
            <a:ext cx="877828" cy="685800"/>
          </a:xfrm>
          <a:prstGeom prst="rect">
            <a:avLst/>
          </a:prstGeom>
          <a:noFill/>
          <a:ln>
            <a:noFill/>
          </a:ln>
        </p:spPr>
      </p:pic>
      <p:pic>
        <p:nvPicPr>
          <p:cNvPr id="314" name="Google Shape;314;p55"/>
          <p:cNvPicPr preferRelativeResize="0"/>
          <p:nvPr/>
        </p:nvPicPr>
        <p:blipFill rotWithShape="1">
          <a:blip r:embed="rId4">
            <a:alphaModFix/>
          </a:blip>
          <a:srcRect/>
          <a:stretch/>
        </p:blipFill>
        <p:spPr>
          <a:xfrm rot="-5400000">
            <a:off x="7049039" y="1305229"/>
            <a:ext cx="2412183" cy="83042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ver with Photo">
  <p:cSld name="Cover with Photo">
    <p:spTree>
      <p:nvGrpSpPr>
        <p:cNvPr id="1" name="Shape 315"/>
        <p:cNvGrpSpPr/>
        <p:nvPr/>
      </p:nvGrpSpPr>
      <p:grpSpPr>
        <a:xfrm>
          <a:off x="0" y="0"/>
          <a:ext cx="0" cy="0"/>
          <a:chOff x="0" y="0"/>
          <a:chExt cx="0" cy="0"/>
        </a:xfrm>
      </p:grpSpPr>
      <p:sp>
        <p:nvSpPr>
          <p:cNvPr id="316" name="Google Shape;316;p56"/>
          <p:cNvSpPr/>
          <p:nvPr/>
        </p:nvSpPr>
        <p:spPr>
          <a:xfrm>
            <a:off x="7285427" y="0"/>
            <a:ext cx="18573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7" name="Google Shape;317;p56"/>
          <p:cNvSpPr txBox="1">
            <a:spLocks noGrp="1"/>
          </p:cNvSpPr>
          <p:nvPr>
            <p:ph type="title"/>
          </p:nvPr>
        </p:nvSpPr>
        <p:spPr>
          <a:xfrm>
            <a:off x="450217" y="389370"/>
            <a:ext cx="4811400" cy="3075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accent1"/>
              </a:buClr>
              <a:buSzPts val="5400"/>
              <a:buFont typeface="Arial"/>
              <a:buNone/>
              <a:defRPr sz="54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8" name="Google Shape;318;p56"/>
          <p:cNvSpPr txBox="1">
            <a:spLocks noGrp="1"/>
          </p:cNvSpPr>
          <p:nvPr>
            <p:ph type="body" idx="1"/>
          </p:nvPr>
        </p:nvSpPr>
        <p:spPr>
          <a:xfrm>
            <a:off x="450217" y="3608882"/>
            <a:ext cx="4811400" cy="843300"/>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800"/>
              </a:spcBef>
              <a:spcAft>
                <a:spcPts val="0"/>
              </a:spcAft>
              <a:buSzPts val="1500"/>
              <a:buNone/>
              <a:defRPr sz="1500">
                <a:solidFill>
                  <a:schemeClr val="dk1"/>
                </a:solidFill>
              </a:defRPr>
            </a:lvl1pPr>
            <a:lvl2pPr marL="914400" lvl="1" indent="-228600" algn="l">
              <a:lnSpc>
                <a:spcPct val="90000"/>
              </a:lnSpc>
              <a:spcBef>
                <a:spcPts val="400"/>
              </a:spcBef>
              <a:spcAft>
                <a:spcPts val="0"/>
              </a:spcAft>
              <a:buSzPts val="1500"/>
              <a:buNone/>
              <a:defRPr sz="1500">
                <a:solidFill>
                  <a:srgbClr val="888B94"/>
                </a:solidFill>
              </a:defRPr>
            </a:lvl2pPr>
            <a:lvl3pPr marL="1371600" lvl="2" indent="-228600" algn="l">
              <a:lnSpc>
                <a:spcPct val="90000"/>
              </a:lnSpc>
              <a:spcBef>
                <a:spcPts val="400"/>
              </a:spcBef>
              <a:spcAft>
                <a:spcPts val="0"/>
              </a:spcAft>
              <a:buSzPts val="1400"/>
              <a:buNone/>
              <a:defRPr sz="1400">
                <a:solidFill>
                  <a:srgbClr val="888B94"/>
                </a:solidFill>
              </a:defRPr>
            </a:lvl3pPr>
            <a:lvl4pPr marL="1828800" lvl="3" indent="-228600" algn="l">
              <a:lnSpc>
                <a:spcPct val="90000"/>
              </a:lnSpc>
              <a:spcBef>
                <a:spcPts val="400"/>
              </a:spcBef>
              <a:spcAft>
                <a:spcPts val="0"/>
              </a:spcAft>
              <a:buSzPts val="1200"/>
              <a:buNone/>
              <a:defRPr sz="1200">
                <a:solidFill>
                  <a:srgbClr val="888B94"/>
                </a:solidFill>
              </a:defRPr>
            </a:lvl4pPr>
            <a:lvl5pPr marL="2286000" lvl="4" indent="-228600" algn="l">
              <a:lnSpc>
                <a:spcPct val="90000"/>
              </a:lnSpc>
              <a:spcBef>
                <a:spcPts val="400"/>
              </a:spcBef>
              <a:spcAft>
                <a:spcPts val="0"/>
              </a:spcAft>
              <a:buSzPts val="1200"/>
              <a:buNone/>
              <a:defRPr sz="1200">
                <a:solidFill>
                  <a:srgbClr val="888B94"/>
                </a:solidFill>
              </a:defRPr>
            </a:lvl5pPr>
            <a:lvl6pPr marL="2743200" lvl="5" indent="-228600" algn="l">
              <a:lnSpc>
                <a:spcPct val="90000"/>
              </a:lnSpc>
              <a:spcBef>
                <a:spcPts val="400"/>
              </a:spcBef>
              <a:spcAft>
                <a:spcPts val="0"/>
              </a:spcAft>
              <a:buClr>
                <a:srgbClr val="888B94"/>
              </a:buClr>
              <a:buSzPts val="1200"/>
              <a:buNone/>
              <a:defRPr sz="1200">
                <a:solidFill>
                  <a:srgbClr val="888B94"/>
                </a:solidFill>
              </a:defRPr>
            </a:lvl6pPr>
            <a:lvl7pPr marL="3200400" lvl="6" indent="-228600" algn="l">
              <a:lnSpc>
                <a:spcPct val="90000"/>
              </a:lnSpc>
              <a:spcBef>
                <a:spcPts val="400"/>
              </a:spcBef>
              <a:spcAft>
                <a:spcPts val="0"/>
              </a:spcAft>
              <a:buClr>
                <a:srgbClr val="888B94"/>
              </a:buClr>
              <a:buSzPts val="1200"/>
              <a:buNone/>
              <a:defRPr sz="1200">
                <a:solidFill>
                  <a:srgbClr val="888B94"/>
                </a:solidFill>
              </a:defRPr>
            </a:lvl7pPr>
            <a:lvl8pPr marL="3657600" lvl="7" indent="-228600" algn="l">
              <a:lnSpc>
                <a:spcPct val="90000"/>
              </a:lnSpc>
              <a:spcBef>
                <a:spcPts val="400"/>
              </a:spcBef>
              <a:spcAft>
                <a:spcPts val="0"/>
              </a:spcAft>
              <a:buClr>
                <a:srgbClr val="888B94"/>
              </a:buClr>
              <a:buSzPts val="1200"/>
              <a:buNone/>
              <a:defRPr sz="1200">
                <a:solidFill>
                  <a:srgbClr val="888B94"/>
                </a:solidFill>
              </a:defRPr>
            </a:lvl8pPr>
            <a:lvl9pPr marL="4114800" lvl="8" indent="-228600" algn="l">
              <a:lnSpc>
                <a:spcPct val="90000"/>
              </a:lnSpc>
              <a:spcBef>
                <a:spcPts val="400"/>
              </a:spcBef>
              <a:spcAft>
                <a:spcPts val="0"/>
              </a:spcAft>
              <a:buClr>
                <a:srgbClr val="888B94"/>
              </a:buClr>
              <a:buSzPts val="1200"/>
              <a:buNone/>
              <a:defRPr sz="1200">
                <a:solidFill>
                  <a:srgbClr val="888B94"/>
                </a:solidFill>
              </a:defRPr>
            </a:lvl9pPr>
          </a:lstStyle>
          <a:p>
            <a:endParaRPr/>
          </a:p>
        </p:txBody>
      </p:sp>
      <p:pic>
        <p:nvPicPr>
          <p:cNvPr id="319" name="Google Shape;319;p56"/>
          <p:cNvPicPr preferRelativeResize="0"/>
          <p:nvPr/>
        </p:nvPicPr>
        <p:blipFill rotWithShape="1">
          <a:blip r:embed="rId2">
            <a:alphaModFix/>
          </a:blip>
          <a:srcRect/>
          <a:stretch/>
        </p:blipFill>
        <p:spPr>
          <a:xfrm>
            <a:off x="6542187" y="2995336"/>
            <a:ext cx="0" cy="0"/>
          </a:xfrm>
          <a:prstGeom prst="rect">
            <a:avLst/>
          </a:prstGeom>
          <a:noFill/>
          <a:ln>
            <a:noFill/>
          </a:ln>
        </p:spPr>
      </p:pic>
      <p:sp>
        <p:nvSpPr>
          <p:cNvPr id="320" name="Google Shape;320;p56"/>
          <p:cNvSpPr/>
          <p:nvPr/>
        </p:nvSpPr>
        <p:spPr>
          <a:xfrm>
            <a:off x="0" y="1"/>
            <a:ext cx="227400" cy="32574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1" name="Google Shape;321;p56"/>
          <p:cNvSpPr>
            <a:spLocks noGrp="1"/>
          </p:cNvSpPr>
          <p:nvPr>
            <p:ph type="pic" idx="2"/>
          </p:nvPr>
        </p:nvSpPr>
        <p:spPr>
          <a:xfrm>
            <a:off x="5405198" y="389371"/>
            <a:ext cx="3288600" cy="2868300"/>
          </a:xfrm>
          <a:prstGeom prst="rect">
            <a:avLst/>
          </a:prstGeom>
          <a:noFill/>
          <a:ln>
            <a:noFill/>
          </a:ln>
        </p:spPr>
      </p:sp>
      <p:pic>
        <p:nvPicPr>
          <p:cNvPr id="322" name="Google Shape;322;p56"/>
          <p:cNvPicPr preferRelativeResize="0"/>
          <p:nvPr/>
        </p:nvPicPr>
        <p:blipFill rotWithShape="1">
          <a:blip r:embed="rId3">
            <a:alphaModFix/>
          </a:blip>
          <a:srcRect/>
          <a:stretch/>
        </p:blipFill>
        <p:spPr>
          <a:xfrm>
            <a:off x="7792514" y="4195724"/>
            <a:ext cx="877828" cy="6858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05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Divider with Subtitle Carolina Blue">
  <p:cSld name="Divider with Subtitle Carolina Blue">
    <p:spTree>
      <p:nvGrpSpPr>
        <p:cNvPr id="1" name="Shape 323"/>
        <p:cNvGrpSpPr/>
        <p:nvPr/>
      </p:nvGrpSpPr>
      <p:grpSpPr>
        <a:xfrm>
          <a:off x="0" y="0"/>
          <a:ext cx="0" cy="0"/>
          <a:chOff x="0" y="0"/>
          <a:chExt cx="0" cy="0"/>
        </a:xfrm>
      </p:grpSpPr>
      <p:sp>
        <p:nvSpPr>
          <p:cNvPr id="324" name="Google Shape;324;p57"/>
          <p:cNvSpPr/>
          <p:nvPr/>
        </p:nvSpPr>
        <p:spPr>
          <a:xfrm flipH="1">
            <a:off x="1155600" y="0"/>
            <a:ext cx="79884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5" name="Google Shape;325;p57"/>
          <p:cNvSpPr txBox="1">
            <a:spLocks noGrp="1"/>
          </p:cNvSpPr>
          <p:nvPr>
            <p:ph type="title"/>
          </p:nvPr>
        </p:nvSpPr>
        <p:spPr>
          <a:xfrm>
            <a:off x="1836117" y="1191718"/>
            <a:ext cx="6833700" cy="32154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lt1"/>
              </a:buClr>
              <a:buSzPts val="4500"/>
              <a:buFont typeface="Arial"/>
              <a:buNone/>
              <a:defRPr sz="45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6" name="Google Shape;326;p57"/>
          <p:cNvSpPr txBox="1">
            <a:spLocks noGrp="1"/>
          </p:cNvSpPr>
          <p:nvPr>
            <p:ph type="body" idx="1"/>
          </p:nvPr>
        </p:nvSpPr>
        <p:spPr>
          <a:xfrm>
            <a:off x="1836117" y="532901"/>
            <a:ext cx="6833700" cy="274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400"/>
              <a:buNone/>
              <a:defRPr sz="1400" b="1" cap="none">
                <a:solidFill>
                  <a:schemeClr val="dk1"/>
                </a:solidFill>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7" name="Google Shape;327;p57"/>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28" name="Google Shape;328;p57"/>
          <p:cNvPicPr preferRelativeResize="0"/>
          <p:nvPr/>
        </p:nvPicPr>
        <p:blipFill rotWithShape="1">
          <a:blip r:embed="rId2">
            <a:alphaModFix/>
          </a:blip>
          <a:srcRect t="50000" r="140" b="-50000"/>
          <a:stretch/>
        </p:blipFill>
        <p:spPr>
          <a:xfrm rot="-5400000">
            <a:off x="-1240251" y="2057401"/>
            <a:ext cx="3497578" cy="1028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Divider with Subtitle White">
  <p:cSld name="Divider with Subtitle White">
    <p:spTree>
      <p:nvGrpSpPr>
        <p:cNvPr id="1" name="Shape 329"/>
        <p:cNvGrpSpPr/>
        <p:nvPr/>
      </p:nvGrpSpPr>
      <p:grpSpPr>
        <a:xfrm>
          <a:off x="0" y="0"/>
          <a:ext cx="0" cy="0"/>
          <a:chOff x="0" y="0"/>
          <a:chExt cx="0" cy="0"/>
        </a:xfrm>
      </p:grpSpPr>
      <p:sp>
        <p:nvSpPr>
          <p:cNvPr id="330" name="Google Shape;330;p58"/>
          <p:cNvSpPr/>
          <p:nvPr/>
        </p:nvSpPr>
        <p:spPr>
          <a:xfrm>
            <a:off x="-1" y="0"/>
            <a:ext cx="11556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accent1"/>
              </a:solidFill>
              <a:latin typeface="Arial"/>
              <a:ea typeface="Arial"/>
              <a:cs typeface="Arial"/>
              <a:sym typeface="Arial"/>
            </a:endParaRPr>
          </a:p>
        </p:txBody>
      </p:sp>
      <p:sp>
        <p:nvSpPr>
          <p:cNvPr id="331" name="Google Shape;331;p58"/>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32" name="Google Shape;332;p58"/>
          <p:cNvPicPr preferRelativeResize="0"/>
          <p:nvPr/>
        </p:nvPicPr>
        <p:blipFill rotWithShape="1">
          <a:blip r:embed="rId2">
            <a:alphaModFix/>
          </a:blip>
          <a:srcRect l="70" t="49330" r="70" b="-49330"/>
          <a:stretch/>
        </p:blipFill>
        <p:spPr>
          <a:xfrm rot="-5400000">
            <a:off x="-1241297" y="2057401"/>
            <a:ext cx="3497578" cy="1028700"/>
          </a:xfrm>
          <a:prstGeom prst="rect">
            <a:avLst/>
          </a:prstGeom>
          <a:noFill/>
          <a:ln>
            <a:noFill/>
          </a:ln>
        </p:spPr>
      </p:pic>
      <p:sp>
        <p:nvSpPr>
          <p:cNvPr id="333" name="Google Shape;333;p58"/>
          <p:cNvSpPr txBox="1">
            <a:spLocks noGrp="1"/>
          </p:cNvSpPr>
          <p:nvPr>
            <p:ph type="title"/>
          </p:nvPr>
        </p:nvSpPr>
        <p:spPr>
          <a:xfrm>
            <a:off x="1836117" y="1191718"/>
            <a:ext cx="6833700" cy="32154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dk1"/>
              </a:buClr>
              <a:buSzPts val="4500"/>
              <a:buFont typeface="Arial"/>
              <a:buNone/>
              <a:defRPr sz="45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4" name="Google Shape;334;p58"/>
          <p:cNvSpPr txBox="1">
            <a:spLocks noGrp="1"/>
          </p:cNvSpPr>
          <p:nvPr>
            <p:ph type="body" idx="1"/>
          </p:nvPr>
        </p:nvSpPr>
        <p:spPr>
          <a:xfrm>
            <a:off x="1836117" y="532901"/>
            <a:ext cx="6833700" cy="274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400"/>
              <a:buNone/>
              <a:defRPr sz="1400" b="1" cap="none">
                <a:solidFill>
                  <a:schemeClr val="accent1"/>
                </a:solidFill>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Divider with Subtitle Navy">
  <p:cSld name="Divider with Subtitle Navy">
    <p:spTree>
      <p:nvGrpSpPr>
        <p:cNvPr id="1" name="Shape 335"/>
        <p:cNvGrpSpPr/>
        <p:nvPr/>
      </p:nvGrpSpPr>
      <p:grpSpPr>
        <a:xfrm>
          <a:off x="0" y="0"/>
          <a:ext cx="0" cy="0"/>
          <a:chOff x="0" y="0"/>
          <a:chExt cx="0" cy="0"/>
        </a:xfrm>
      </p:grpSpPr>
      <p:sp>
        <p:nvSpPr>
          <p:cNvPr id="336" name="Google Shape;336;p59"/>
          <p:cNvSpPr/>
          <p:nvPr/>
        </p:nvSpPr>
        <p:spPr>
          <a:xfrm>
            <a:off x="-5622" y="-29561"/>
            <a:ext cx="1155600" cy="52026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accent1"/>
              </a:solidFill>
              <a:latin typeface="Arial"/>
              <a:ea typeface="Arial"/>
              <a:cs typeface="Arial"/>
              <a:sym typeface="Arial"/>
            </a:endParaRPr>
          </a:p>
        </p:txBody>
      </p:sp>
      <p:sp>
        <p:nvSpPr>
          <p:cNvPr id="337" name="Google Shape;337;p59"/>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38" name="Google Shape;338;p59"/>
          <p:cNvPicPr preferRelativeResize="0"/>
          <p:nvPr/>
        </p:nvPicPr>
        <p:blipFill rotWithShape="1">
          <a:blip r:embed="rId2">
            <a:alphaModFix/>
          </a:blip>
          <a:srcRect l="70" t="50000" r="70" b="-50000"/>
          <a:stretch/>
        </p:blipFill>
        <p:spPr>
          <a:xfrm rot="-5400000">
            <a:off x="-1240061" y="2057401"/>
            <a:ext cx="3497578" cy="1028700"/>
          </a:xfrm>
          <a:prstGeom prst="rect">
            <a:avLst/>
          </a:prstGeom>
          <a:noFill/>
          <a:ln>
            <a:noFill/>
          </a:ln>
        </p:spPr>
      </p:pic>
      <p:sp>
        <p:nvSpPr>
          <p:cNvPr id="339" name="Google Shape;339;p59"/>
          <p:cNvSpPr txBox="1">
            <a:spLocks noGrp="1"/>
          </p:cNvSpPr>
          <p:nvPr>
            <p:ph type="title"/>
          </p:nvPr>
        </p:nvSpPr>
        <p:spPr>
          <a:xfrm>
            <a:off x="1836117" y="1191718"/>
            <a:ext cx="6833700" cy="32154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accent1"/>
              </a:buClr>
              <a:buSzPts val="4500"/>
              <a:buFont typeface="Arial"/>
              <a:buNone/>
              <a:defRPr sz="45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0" name="Google Shape;340;p59"/>
          <p:cNvSpPr txBox="1">
            <a:spLocks noGrp="1"/>
          </p:cNvSpPr>
          <p:nvPr>
            <p:ph type="body" idx="1"/>
          </p:nvPr>
        </p:nvSpPr>
        <p:spPr>
          <a:xfrm>
            <a:off x="1836117" y="532901"/>
            <a:ext cx="6833700" cy="2742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400"/>
              <a:buNone/>
              <a:defRPr sz="1400" b="1" cap="none">
                <a:solidFill>
                  <a:schemeClr val="dk1"/>
                </a:solidFill>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Divider Large Text White">
  <p:cSld name="Divider Large Text White">
    <p:spTree>
      <p:nvGrpSpPr>
        <p:cNvPr id="1" name="Shape 341"/>
        <p:cNvGrpSpPr/>
        <p:nvPr/>
      </p:nvGrpSpPr>
      <p:grpSpPr>
        <a:xfrm>
          <a:off x="0" y="0"/>
          <a:ext cx="0" cy="0"/>
          <a:chOff x="0" y="0"/>
          <a:chExt cx="0" cy="0"/>
        </a:xfrm>
      </p:grpSpPr>
      <p:sp>
        <p:nvSpPr>
          <p:cNvPr id="342" name="Google Shape;342;p60"/>
          <p:cNvSpPr txBox="1">
            <a:spLocks noGrp="1"/>
          </p:cNvSpPr>
          <p:nvPr>
            <p:ph type="title"/>
          </p:nvPr>
        </p:nvSpPr>
        <p:spPr>
          <a:xfrm>
            <a:off x="448056" y="1554480"/>
            <a:ext cx="8238600" cy="27249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accent1"/>
              </a:buClr>
              <a:buSzPts val="5300"/>
              <a:buFont typeface="Arial"/>
              <a:buNone/>
              <a:defRPr sz="5300">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343" name="Google Shape;343;p60"/>
          <p:cNvPicPr preferRelativeResize="0"/>
          <p:nvPr/>
        </p:nvPicPr>
        <p:blipFill rotWithShape="1">
          <a:blip r:embed="rId2">
            <a:alphaModFix/>
          </a:blip>
          <a:srcRect/>
          <a:stretch/>
        </p:blipFill>
        <p:spPr>
          <a:xfrm>
            <a:off x="558206" y="536020"/>
            <a:ext cx="1992086" cy="685800"/>
          </a:xfrm>
          <a:prstGeom prst="rect">
            <a:avLst/>
          </a:prstGeom>
          <a:noFill/>
          <a:ln>
            <a:noFill/>
          </a:ln>
        </p:spPr>
      </p:pic>
      <p:sp>
        <p:nvSpPr>
          <p:cNvPr id="344" name="Google Shape;344;p60"/>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ivider Large Text Carolina Blue">
  <p:cSld name="Divider Large Text Carolina Blue">
    <p:spTree>
      <p:nvGrpSpPr>
        <p:cNvPr id="1" name="Shape 345"/>
        <p:cNvGrpSpPr/>
        <p:nvPr/>
      </p:nvGrpSpPr>
      <p:grpSpPr>
        <a:xfrm>
          <a:off x="0" y="0"/>
          <a:ext cx="0" cy="0"/>
          <a:chOff x="0" y="0"/>
          <a:chExt cx="0" cy="0"/>
        </a:xfrm>
      </p:grpSpPr>
      <p:sp>
        <p:nvSpPr>
          <p:cNvPr id="346" name="Google Shape;346;p61"/>
          <p:cNvSpPr/>
          <p:nvPr/>
        </p:nvSpPr>
        <p:spPr>
          <a:xfrm>
            <a:off x="0" y="-29560"/>
            <a:ext cx="9144000" cy="52026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47" name="Google Shape;347;p61"/>
          <p:cNvPicPr preferRelativeResize="0"/>
          <p:nvPr/>
        </p:nvPicPr>
        <p:blipFill rotWithShape="1">
          <a:blip r:embed="rId2">
            <a:alphaModFix/>
          </a:blip>
          <a:srcRect l="-30" r="-40"/>
          <a:stretch/>
        </p:blipFill>
        <p:spPr>
          <a:xfrm>
            <a:off x="558206" y="536020"/>
            <a:ext cx="1992086" cy="685800"/>
          </a:xfrm>
          <a:prstGeom prst="rect">
            <a:avLst/>
          </a:prstGeom>
          <a:noFill/>
          <a:ln>
            <a:noFill/>
          </a:ln>
        </p:spPr>
      </p:pic>
      <p:sp>
        <p:nvSpPr>
          <p:cNvPr id="348" name="Google Shape;348;p6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49" name="Google Shape;349;p61"/>
          <p:cNvSpPr txBox="1">
            <a:spLocks noGrp="1"/>
          </p:cNvSpPr>
          <p:nvPr>
            <p:ph type="title"/>
          </p:nvPr>
        </p:nvSpPr>
        <p:spPr>
          <a:xfrm>
            <a:off x="448056" y="1554480"/>
            <a:ext cx="8238600" cy="27249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dk1"/>
              </a:buClr>
              <a:buSzPts val="5300"/>
              <a:buFont typeface="Arial"/>
              <a:buNone/>
              <a:defRPr sz="53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Divider Large Text Navy">
  <p:cSld name="Divider Large Text Navy">
    <p:spTree>
      <p:nvGrpSpPr>
        <p:cNvPr id="1" name="Shape 350"/>
        <p:cNvGrpSpPr/>
        <p:nvPr/>
      </p:nvGrpSpPr>
      <p:grpSpPr>
        <a:xfrm>
          <a:off x="0" y="0"/>
          <a:ext cx="0" cy="0"/>
          <a:chOff x="0" y="0"/>
          <a:chExt cx="0" cy="0"/>
        </a:xfrm>
      </p:grpSpPr>
      <p:sp>
        <p:nvSpPr>
          <p:cNvPr id="351" name="Google Shape;351;p62"/>
          <p:cNvSpPr/>
          <p:nvPr/>
        </p:nvSpPr>
        <p:spPr>
          <a:xfrm>
            <a:off x="0" y="-37443"/>
            <a:ext cx="9144000" cy="52185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52" name="Google Shape;352;p62"/>
          <p:cNvPicPr preferRelativeResize="0"/>
          <p:nvPr/>
        </p:nvPicPr>
        <p:blipFill rotWithShape="1">
          <a:blip r:embed="rId2">
            <a:alphaModFix/>
          </a:blip>
          <a:srcRect/>
          <a:stretch/>
        </p:blipFill>
        <p:spPr>
          <a:xfrm>
            <a:off x="558206" y="536020"/>
            <a:ext cx="1992086" cy="685800"/>
          </a:xfrm>
          <a:prstGeom prst="rect">
            <a:avLst/>
          </a:prstGeom>
          <a:noFill/>
          <a:ln>
            <a:noFill/>
          </a:ln>
        </p:spPr>
      </p:pic>
      <p:sp>
        <p:nvSpPr>
          <p:cNvPr id="353" name="Google Shape;353;p62"/>
          <p:cNvSpPr txBox="1">
            <a:spLocks noGrp="1"/>
          </p:cNvSpPr>
          <p:nvPr>
            <p:ph type="sldNum" idx="12"/>
          </p:nvPr>
        </p:nvSpPr>
        <p:spPr>
          <a:xfrm>
            <a:off x="6728005"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54" name="Google Shape;354;p62"/>
          <p:cNvSpPr txBox="1">
            <a:spLocks noGrp="1"/>
          </p:cNvSpPr>
          <p:nvPr>
            <p:ph type="title"/>
          </p:nvPr>
        </p:nvSpPr>
        <p:spPr>
          <a:xfrm>
            <a:off x="448056" y="1554480"/>
            <a:ext cx="8238600" cy="2724900"/>
          </a:xfrm>
          <a:prstGeom prst="rect">
            <a:avLst/>
          </a:prstGeom>
          <a:noFill/>
          <a:ln>
            <a:noFill/>
          </a:ln>
        </p:spPr>
        <p:txBody>
          <a:bodyPr spcFirstLastPara="1" wrap="square" lIns="68575" tIns="34275" rIns="68575" bIns="34275" anchor="ctr" anchorCtr="0">
            <a:normAutofit/>
          </a:bodyPr>
          <a:lstStyle>
            <a:lvl1pPr lvl="0" algn="l">
              <a:lnSpc>
                <a:spcPct val="100000"/>
              </a:lnSpc>
              <a:spcBef>
                <a:spcPts val="0"/>
              </a:spcBef>
              <a:spcAft>
                <a:spcPts val="0"/>
              </a:spcAft>
              <a:buClr>
                <a:schemeClr val="lt1"/>
              </a:buClr>
              <a:buSzPts val="5300"/>
              <a:buFont typeface="Arial"/>
              <a:buNone/>
              <a:defRPr sz="53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ntent 1 Column">
  <p:cSld name="Content 1 Column">
    <p:spTree>
      <p:nvGrpSpPr>
        <p:cNvPr id="1" name="Shape 355"/>
        <p:cNvGrpSpPr/>
        <p:nvPr/>
      </p:nvGrpSpPr>
      <p:grpSpPr>
        <a:xfrm>
          <a:off x="0" y="0"/>
          <a:ext cx="0" cy="0"/>
          <a:chOff x="0" y="0"/>
          <a:chExt cx="0" cy="0"/>
        </a:xfrm>
      </p:grpSpPr>
      <p:sp>
        <p:nvSpPr>
          <p:cNvPr id="356" name="Google Shape;356;p63"/>
          <p:cNvSpPr txBox="1">
            <a:spLocks noGrp="1"/>
          </p:cNvSpPr>
          <p:nvPr>
            <p:ph type="title"/>
          </p:nvPr>
        </p:nvSpPr>
        <p:spPr>
          <a:xfrm>
            <a:off x="457201" y="257175"/>
            <a:ext cx="75468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357" name="Google Shape;357;p63"/>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358" name="Google Shape;358;p63"/>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59" name="Google Shape;359;p63"/>
          <p:cNvSpPr txBox="1">
            <a:spLocks noGrp="1"/>
          </p:cNvSpPr>
          <p:nvPr>
            <p:ph type="body" idx="1"/>
          </p:nvPr>
        </p:nvSpPr>
        <p:spPr>
          <a:xfrm>
            <a:off x="457201" y="1357739"/>
            <a:ext cx="8151600" cy="3075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60" name="Google Shape;360;p63"/>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61" name="Google Shape;361;p63"/>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288">
          <p15:clr>
            <a:srgbClr val="FBAE40"/>
          </p15:clr>
        </p15:guide>
        <p15:guide id="2" pos="5418">
          <p15:clr>
            <a:srgbClr val="FBAE40"/>
          </p15:clr>
        </p15:guide>
        <p15:guide id="3" orient="horz" pos="630">
          <p15:clr>
            <a:srgbClr val="FBAE40"/>
          </p15:clr>
        </p15:guide>
        <p15:guide id="4" orient="horz" pos="2898">
          <p15:clr>
            <a:srgbClr val="FBAE40"/>
          </p15:clr>
        </p15:guide>
        <p15:guide id="5" pos="34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ontent with Photo Right">
  <p:cSld name="Content with Photo Right">
    <p:spTree>
      <p:nvGrpSpPr>
        <p:cNvPr id="1" name="Shape 362"/>
        <p:cNvGrpSpPr/>
        <p:nvPr/>
      </p:nvGrpSpPr>
      <p:grpSpPr>
        <a:xfrm>
          <a:off x="0" y="0"/>
          <a:ext cx="0" cy="0"/>
          <a:chOff x="0" y="0"/>
          <a:chExt cx="0" cy="0"/>
        </a:xfrm>
      </p:grpSpPr>
      <p:sp>
        <p:nvSpPr>
          <p:cNvPr id="363" name="Google Shape;363;p64"/>
          <p:cNvSpPr/>
          <p:nvPr/>
        </p:nvSpPr>
        <p:spPr>
          <a:xfrm>
            <a:off x="7458074" y="2981325"/>
            <a:ext cx="1686000" cy="21621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64" name="Google Shape;364;p64"/>
          <p:cNvSpPr txBox="1">
            <a:spLocks noGrp="1"/>
          </p:cNvSpPr>
          <p:nvPr>
            <p:ph type="title"/>
          </p:nvPr>
        </p:nvSpPr>
        <p:spPr>
          <a:xfrm>
            <a:off x="464401" y="257175"/>
            <a:ext cx="75393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365" name="Google Shape;365;p64"/>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366" name="Google Shape;366;p64"/>
          <p:cNvSpPr txBox="1">
            <a:spLocks noGrp="1"/>
          </p:cNvSpPr>
          <p:nvPr>
            <p:ph type="body" idx="1"/>
          </p:nvPr>
        </p:nvSpPr>
        <p:spPr>
          <a:xfrm>
            <a:off x="464400" y="1357739"/>
            <a:ext cx="5102700" cy="3242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67" name="Google Shape;367;p64"/>
          <p:cNvSpPr>
            <a:spLocks noGrp="1"/>
          </p:cNvSpPr>
          <p:nvPr>
            <p:ph type="pic" idx="2"/>
          </p:nvPr>
        </p:nvSpPr>
        <p:spPr>
          <a:xfrm>
            <a:off x="5936876" y="1092064"/>
            <a:ext cx="2742600" cy="3508500"/>
          </a:xfrm>
          <a:prstGeom prst="rect">
            <a:avLst/>
          </a:prstGeom>
          <a:noFill/>
          <a:ln>
            <a:noFill/>
          </a:ln>
        </p:spPr>
      </p:sp>
      <p:sp>
        <p:nvSpPr>
          <p:cNvPr id="368" name="Google Shape;368;p64"/>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69" name="Google Shape;369;p64"/>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70" name="Google Shape;370;p64"/>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Content with Full Photo Right">
  <p:cSld name="Content with Full Photo Right">
    <p:spTree>
      <p:nvGrpSpPr>
        <p:cNvPr id="1" name="Shape 371"/>
        <p:cNvGrpSpPr/>
        <p:nvPr/>
      </p:nvGrpSpPr>
      <p:grpSpPr>
        <a:xfrm>
          <a:off x="0" y="0"/>
          <a:ext cx="0" cy="0"/>
          <a:chOff x="0" y="0"/>
          <a:chExt cx="0" cy="0"/>
        </a:xfrm>
      </p:grpSpPr>
      <p:sp>
        <p:nvSpPr>
          <p:cNvPr id="372" name="Google Shape;372;p65"/>
          <p:cNvSpPr>
            <a:spLocks noGrp="1"/>
          </p:cNvSpPr>
          <p:nvPr>
            <p:ph type="pic" idx="2"/>
          </p:nvPr>
        </p:nvSpPr>
        <p:spPr>
          <a:xfrm>
            <a:off x="6192371" y="1"/>
            <a:ext cx="2951700" cy="5143500"/>
          </a:xfrm>
          <a:prstGeom prst="rect">
            <a:avLst/>
          </a:prstGeom>
          <a:noFill/>
          <a:ln>
            <a:noFill/>
          </a:ln>
        </p:spPr>
      </p:sp>
      <p:sp>
        <p:nvSpPr>
          <p:cNvPr id="373" name="Google Shape;373;p65"/>
          <p:cNvSpPr txBox="1">
            <a:spLocks noGrp="1"/>
          </p:cNvSpPr>
          <p:nvPr>
            <p:ph type="title"/>
          </p:nvPr>
        </p:nvSpPr>
        <p:spPr>
          <a:xfrm>
            <a:off x="458999" y="257175"/>
            <a:ext cx="52494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74" name="Google Shape;374;p65"/>
          <p:cNvSpPr txBox="1">
            <a:spLocks noGrp="1"/>
          </p:cNvSpPr>
          <p:nvPr>
            <p:ph type="body" idx="1"/>
          </p:nvPr>
        </p:nvSpPr>
        <p:spPr>
          <a:xfrm>
            <a:off x="458999" y="1357739"/>
            <a:ext cx="52494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75" name="Google Shape;375;p65"/>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76" name="Google Shape;376;p65"/>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77" name="Google Shape;377;p65"/>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with Carolina Blue">
  <p:cSld name="Content with Carolina Blue">
    <p:spTree>
      <p:nvGrpSpPr>
        <p:cNvPr id="1" name="Shape 378"/>
        <p:cNvGrpSpPr/>
        <p:nvPr/>
      </p:nvGrpSpPr>
      <p:grpSpPr>
        <a:xfrm>
          <a:off x="0" y="0"/>
          <a:ext cx="0" cy="0"/>
          <a:chOff x="0" y="0"/>
          <a:chExt cx="0" cy="0"/>
        </a:xfrm>
      </p:grpSpPr>
      <p:sp>
        <p:nvSpPr>
          <p:cNvPr id="379" name="Google Shape;379;p66"/>
          <p:cNvSpPr/>
          <p:nvPr/>
        </p:nvSpPr>
        <p:spPr>
          <a:xfrm>
            <a:off x="7458074" y="0"/>
            <a:ext cx="1686000" cy="51435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0" name="Google Shape;380;p66"/>
          <p:cNvSpPr txBox="1">
            <a:spLocks noGrp="1"/>
          </p:cNvSpPr>
          <p:nvPr>
            <p:ph type="title"/>
          </p:nvPr>
        </p:nvSpPr>
        <p:spPr>
          <a:xfrm>
            <a:off x="464400" y="257175"/>
            <a:ext cx="62715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1" name="Google Shape;381;p66"/>
          <p:cNvSpPr txBox="1">
            <a:spLocks noGrp="1"/>
          </p:cNvSpPr>
          <p:nvPr>
            <p:ph type="body" idx="1"/>
          </p:nvPr>
        </p:nvSpPr>
        <p:spPr>
          <a:xfrm>
            <a:off x="464401" y="1357739"/>
            <a:ext cx="6271500" cy="2888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pic>
        <p:nvPicPr>
          <p:cNvPr id="382" name="Google Shape;382;p66"/>
          <p:cNvPicPr preferRelativeResize="0"/>
          <p:nvPr/>
        </p:nvPicPr>
        <p:blipFill rotWithShape="1">
          <a:blip r:embed="rId2">
            <a:alphaModFix/>
          </a:blip>
          <a:srcRect/>
          <a:stretch/>
        </p:blipFill>
        <p:spPr>
          <a:xfrm>
            <a:off x="8272346" y="257175"/>
            <a:ext cx="614479" cy="480060"/>
          </a:xfrm>
          <a:prstGeom prst="rect">
            <a:avLst/>
          </a:prstGeom>
          <a:noFill/>
          <a:ln>
            <a:noFill/>
          </a:ln>
        </p:spPr>
      </p:pic>
      <p:sp>
        <p:nvSpPr>
          <p:cNvPr id="383" name="Google Shape;383;p66"/>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84" name="Google Shape;384;p66"/>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5" name="Google Shape;385;p66"/>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with Large Photo">
  <p:cSld name="Content with Large Photo">
    <p:spTree>
      <p:nvGrpSpPr>
        <p:cNvPr id="1" name="Shape 386"/>
        <p:cNvGrpSpPr/>
        <p:nvPr/>
      </p:nvGrpSpPr>
      <p:grpSpPr>
        <a:xfrm>
          <a:off x="0" y="0"/>
          <a:ext cx="0" cy="0"/>
          <a:chOff x="0" y="0"/>
          <a:chExt cx="0" cy="0"/>
        </a:xfrm>
      </p:grpSpPr>
      <p:sp>
        <p:nvSpPr>
          <p:cNvPr id="387" name="Google Shape;387;p67"/>
          <p:cNvSpPr/>
          <p:nvPr/>
        </p:nvSpPr>
        <p:spPr>
          <a:xfrm>
            <a:off x="0" y="2981325"/>
            <a:ext cx="9144000" cy="21621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88" name="Google Shape;388;p67"/>
          <p:cNvSpPr txBox="1">
            <a:spLocks noGrp="1"/>
          </p:cNvSpPr>
          <p:nvPr>
            <p:ph type="title"/>
          </p:nvPr>
        </p:nvSpPr>
        <p:spPr>
          <a:xfrm>
            <a:off x="459000" y="257175"/>
            <a:ext cx="7544700" cy="480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389" name="Google Shape;389;p67"/>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390" name="Google Shape;390;p67"/>
          <p:cNvSpPr>
            <a:spLocks noGrp="1"/>
          </p:cNvSpPr>
          <p:nvPr>
            <p:ph type="pic" idx="2"/>
          </p:nvPr>
        </p:nvSpPr>
        <p:spPr>
          <a:xfrm>
            <a:off x="459000" y="1357739"/>
            <a:ext cx="8117400" cy="3242700"/>
          </a:xfrm>
          <a:prstGeom prst="rect">
            <a:avLst/>
          </a:prstGeom>
          <a:noFill/>
          <a:ln>
            <a:noFill/>
          </a:ln>
        </p:spPr>
      </p:sp>
      <p:sp>
        <p:nvSpPr>
          <p:cNvPr id="391" name="Google Shape;391;p67"/>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92" name="Google Shape;392;p67"/>
          <p:cNvSpPr/>
          <p:nvPr/>
        </p:nvSpPr>
        <p:spPr>
          <a:xfrm>
            <a:off x="548640" y="1016792"/>
            <a:ext cx="602100" cy="753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3" name="Google Shape;393;p67"/>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Full Photo">
  <p:cSld name="Full Photo">
    <p:spTree>
      <p:nvGrpSpPr>
        <p:cNvPr id="1" name="Shape 394"/>
        <p:cNvGrpSpPr/>
        <p:nvPr/>
      </p:nvGrpSpPr>
      <p:grpSpPr>
        <a:xfrm>
          <a:off x="0" y="0"/>
          <a:ext cx="0" cy="0"/>
          <a:chOff x="0" y="0"/>
          <a:chExt cx="0" cy="0"/>
        </a:xfrm>
      </p:grpSpPr>
      <p:sp>
        <p:nvSpPr>
          <p:cNvPr id="395" name="Google Shape;395;p68"/>
          <p:cNvSpPr>
            <a:spLocks noGrp="1"/>
          </p:cNvSpPr>
          <p:nvPr>
            <p:ph type="pic" idx="2"/>
          </p:nvPr>
        </p:nvSpPr>
        <p:spPr>
          <a:xfrm>
            <a:off x="0" y="0"/>
            <a:ext cx="9144000" cy="5143500"/>
          </a:xfrm>
          <a:prstGeom prst="rect">
            <a:avLst/>
          </a:prstGeom>
          <a:no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ntent 2 Photos">
  <p:cSld name="Content 2 Photos">
    <p:spTree>
      <p:nvGrpSpPr>
        <p:cNvPr id="1" name="Shape 396"/>
        <p:cNvGrpSpPr/>
        <p:nvPr/>
      </p:nvGrpSpPr>
      <p:grpSpPr>
        <a:xfrm>
          <a:off x="0" y="0"/>
          <a:ext cx="0" cy="0"/>
          <a:chOff x="0" y="0"/>
          <a:chExt cx="0" cy="0"/>
        </a:xfrm>
      </p:grpSpPr>
      <p:sp>
        <p:nvSpPr>
          <p:cNvPr id="397" name="Google Shape;397;p69"/>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8" name="Google Shape;398;p69"/>
          <p:cNvSpPr>
            <a:spLocks noGrp="1"/>
          </p:cNvSpPr>
          <p:nvPr>
            <p:ph type="pic" idx="2"/>
          </p:nvPr>
        </p:nvSpPr>
        <p:spPr>
          <a:xfrm>
            <a:off x="0" y="0"/>
            <a:ext cx="4537800" cy="5143500"/>
          </a:xfrm>
          <a:prstGeom prst="rect">
            <a:avLst/>
          </a:prstGeom>
          <a:noFill/>
          <a:ln>
            <a:noFill/>
          </a:ln>
        </p:spPr>
      </p:sp>
      <p:sp>
        <p:nvSpPr>
          <p:cNvPr id="399" name="Google Shape;399;p69"/>
          <p:cNvSpPr>
            <a:spLocks noGrp="1"/>
          </p:cNvSpPr>
          <p:nvPr>
            <p:ph type="pic" idx="3"/>
          </p:nvPr>
        </p:nvSpPr>
        <p:spPr>
          <a:xfrm>
            <a:off x="4606290" y="0"/>
            <a:ext cx="4537800" cy="4600500"/>
          </a:xfrm>
          <a:prstGeom prst="rect">
            <a:avLst/>
          </a:prstGeom>
          <a:noFill/>
          <a:ln>
            <a:noFill/>
          </a:ln>
        </p:spPr>
      </p:sp>
      <p:sp>
        <p:nvSpPr>
          <p:cNvPr id="400" name="Google Shape;400;p69"/>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3 Photos">
  <p:cSld name="Content 3 Photos">
    <p:spTree>
      <p:nvGrpSpPr>
        <p:cNvPr id="1" name="Shape 401"/>
        <p:cNvGrpSpPr/>
        <p:nvPr/>
      </p:nvGrpSpPr>
      <p:grpSpPr>
        <a:xfrm>
          <a:off x="0" y="0"/>
          <a:ext cx="0" cy="0"/>
          <a:chOff x="0" y="0"/>
          <a:chExt cx="0" cy="0"/>
        </a:xfrm>
      </p:grpSpPr>
      <p:sp>
        <p:nvSpPr>
          <p:cNvPr id="402" name="Google Shape;402;p70"/>
          <p:cNvSpPr>
            <a:spLocks noGrp="1"/>
          </p:cNvSpPr>
          <p:nvPr>
            <p:ph type="pic" idx="2"/>
          </p:nvPr>
        </p:nvSpPr>
        <p:spPr>
          <a:xfrm>
            <a:off x="4606290" y="0"/>
            <a:ext cx="4537800" cy="4600500"/>
          </a:xfrm>
          <a:prstGeom prst="rect">
            <a:avLst/>
          </a:prstGeom>
          <a:noFill/>
          <a:ln>
            <a:noFill/>
          </a:ln>
        </p:spPr>
      </p:sp>
      <p:sp>
        <p:nvSpPr>
          <p:cNvPr id="403" name="Google Shape;403;p70"/>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04" name="Google Shape;404;p70"/>
          <p:cNvSpPr>
            <a:spLocks noGrp="1"/>
          </p:cNvSpPr>
          <p:nvPr>
            <p:ph type="pic" idx="3"/>
          </p:nvPr>
        </p:nvSpPr>
        <p:spPr>
          <a:xfrm>
            <a:off x="0" y="2606040"/>
            <a:ext cx="4537800" cy="2537400"/>
          </a:xfrm>
          <a:prstGeom prst="rect">
            <a:avLst/>
          </a:prstGeom>
          <a:noFill/>
          <a:ln>
            <a:noFill/>
          </a:ln>
        </p:spPr>
      </p:sp>
      <p:sp>
        <p:nvSpPr>
          <p:cNvPr id="405" name="Google Shape;405;p70"/>
          <p:cNvSpPr>
            <a:spLocks noGrp="1"/>
          </p:cNvSpPr>
          <p:nvPr>
            <p:ph type="pic" idx="4"/>
          </p:nvPr>
        </p:nvSpPr>
        <p:spPr>
          <a:xfrm>
            <a:off x="0" y="0"/>
            <a:ext cx="4537800" cy="2537400"/>
          </a:xfrm>
          <a:prstGeom prst="rect">
            <a:avLst/>
          </a:prstGeom>
          <a:noFill/>
          <a:ln>
            <a:noFill/>
          </a:ln>
        </p:spPr>
      </p:sp>
      <p:sp>
        <p:nvSpPr>
          <p:cNvPr id="406" name="Google Shape;406;p70"/>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ntent 4 Photo Grid">
  <p:cSld name="Content 4 Photo Grid">
    <p:spTree>
      <p:nvGrpSpPr>
        <p:cNvPr id="1" name="Shape 407"/>
        <p:cNvGrpSpPr/>
        <p:nvPr/>
      </p:nvGrpSpPr>
      <p:grpSpPr>
        <a:xfrm>
          <a:off x="0" y="0"/>
          <a:ext cx="0" cy="0"/>
          <a:chOff x="0" y="0"/>
          <a:chExt cx="0" cy="0"/>
        </a:xfrm>
      </p:grpSpPr>
      <p:sp>
        <p:nvSpPr>
          <p:cNvPr id="408" name="Google Shape;408;p71"/>
          <p:cNvSpPr>
            <a:spLocks noGrp="1"/>
          </p:cNvSpPr>
          <p:nvPr>
            <p:ph type="pic" idx="2"/>
          </p:nvPr>
        </p:nvSpPr>
        <p:spPr>
          <a:xfrm>
            <a:off x="4606292" y="-1"/>
            <a:ext cx="4537800" cy="2432700"/>
          </a:xfrm>
          <a:prstGeom prst="rect">
            <a:avLst/>
          </a:prstGeom>
          <a:noFill/>
          <a:ln>
            <a:noFill/>
          </a:ln>
        </p:spPr>
      </p:sp>
      <p:sp>
        <p:nvSpPr>
          <p:cNvPr id="409" name="Google Shape;409;p71"/>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10" name="Google Shape;410;p71"/>
          <p:cNvSpPr>
            <a:spLocks noGrp="1"/>
          </p:cNvSpPr>
          <p:nvPr>
            <p:ph type="pic" idx="3"/>
          </p:nvPr>
        </p:nvSpPr>
        <p:spPr>
          <a:xfrm>
            <a:off x="0" y="2501261"/>
            <a:ext cx="4537800" cy="2099400"/>
          </a:xfrm>
          <a:prstGeom prst="rect">
            <a:avLst/>
          </a:prstGeom>
          <a:noFill/>
          <a:ln>
            <a:noFill/>
          </a:ln>
        </p:spPr>
      </p:sp>
      <p:sp>
        <p:nvSpPr>
          <p:cNvPr id="411" name="Google Shape;411;p71"/>
          <p:cNvSpPr>
            <a:spLocks noGrp="1"/>
          </p:cNvSpPr>
          <p:nvPr>
            <p:ph type="pic" idx="4"/>
          </p:nvPr>
        </p:nvSpPr>
        <p:spPr>
          <a:xfrm>
            <a:off x="0" y="-1"/>
            <a:ext cx="4537800" cy="2432700"/>
          </a:xfrm>
          <a:prstGeom prst="rect">
            <a:avLst/>
          </a:prstGeom>
          <a:noFill/>
          <a:ln>
            <a:noFill/>
          </a:ln>
        </p:spPr>
      </p:sp>
      <p:sp>
        <p:nvSpPr>
          <p:cNvPr id="412" name="Google Shape;412;p71"/>
          <p:cNvSpPr>
            <a:spLocks noGrp="1"/>
          </p:cNvSpPr>
          <p:nvPr>
            <p:ph type="pic" idx="5"/>
          </p:nvPr>
        </p:nvSpPr>
        <p:spPr>
          <a:xfrm>
            <a:off x="4606292" y="2501261"/>
            <a:ext cx="4537800" cy="2099400"/>
          </a:xfrm>
          <a:prstGeom prst="rect">
            <a:avLst/>
          </a:prstGeom>
          <a:noFill/>
          <a:ln>
            <a:noFill/>
          </a:ln>
        </p:spPr>
      </p:sp>
      <p:sp>
        <p:nvSpPr>
          <p:cNvPr id="413" name="Google Shape;413;p71"/>
          <p:cNvSpPr txBox="1"/>
          <p:nvPr/>
        </p:nvSpPr>
        <p:spPr>
          <a:xfrm>
            <a:off x="542925" y="4773934"/>
            <a:ext cx="4847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Arial"/>
                <a:ea typeface="Arial"/>
                <a:cs typeface="Arial"/>
                <a:sym typeface="Arial"/>
              </a:rPr>
              <a:t>University, Division or Unit Name Goes Here</a:t>
            </a:r>
            <a:endParaRPr sz="1100" b="0" i="0" u="none" strike="noStrike" cap="none">
              <a:solidFill>
                <a:srgbClr val="000000"/>
              </a:solidFill>
              <a:latin typeface="Arial"/>
              <a:ea typeface="Arial"/>
              <a:cs typeface="Arial"/>
              <a:sym typeface="Arial"/>
            </a:endParaRPr>
          </a:p>
        </p:txBody>
      </p:sp>
      <p:sp>
        <p:nvSpPr>
          <p:cNvPr id="414" name="Google Shape;414;p7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ontent 4 Photo Gallery">
  <p:cSld name="Content 4 Photo Gallery">
    <p:spTree>
      <p:nvGrpSpPr>
        <p:cNvPr id="1" name="Shape 415"/>
        <p:cNvGrpSpPr/>
        <p:nvPr/>
      </p:nvGrpSpPr>
      <p:grpSpPr>
        <a:xfrm>
          <a:off x="0" y="0"/>
          <a:ext cx="0" cy="0"/>
          <a:chOff x="0" y="0"/>
          <a:chExt cx="0" cy="0"/>
        </a:xfrm>
      </p:grpSpPr>
      <p:sp>
        <p:nvSpPr>
          <p:cNvPr id="416" name="Google Shape;416;p72"/>
          <p:cNvSpPr/>
          <p:nvPr/>
        </p:nvSpPr>
        <p:spPr>
          <a:xfrm>
            <a:off x="7458075" y="4600575"/>
            <a:ext cx="1686000" cy="5430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17" name="Google Shape;417;p72"/>
          <p:cNvSpPr/>
          <p:nvPr/>
        </p:nvSpPr>
        <p:spPr>
          <a:xfrm>
            <a:off x="-1" y="1094"/>
            <a:ext cx="3058800" cy="3568800"/>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18" name="Google Shape;418;p72"/>
          <p:cNvPicPr preferRelativeResize="0"/>
          <p:nvPr/>
        </p:nvPicPr>
        <p:blipFill rotWithShape="1">
          <a:blip r:embed="rId2">
            <a:alphaModFix/>
          </a:blip>
          <a:srcRect/>
          <a:stretch/>
        </p:blipFill>
        <p:spPr>
          <a:xfrm>
            <a:off x="8272349" y="257175"/>
            <a:ext cx="614476" cy="480060"/>
          </a:xfrm>
          <a:prstGeom prst="rect">
            <a:avLst/>
          </a:prstGeom>
          <a:noFill/>
          <a:ln>
            <a:noFill/>
          </a:ln>
        </p:spPr>
      </p:pic>
      <p:sp>
        <p:nvSpPr>
          <p:cNvPr id="419" name="Google Shape;419;p72"/>
          <p:cNvSpPr>
            <a:spLocks noGrp="1"/>
          </p:cNvSpPr>
          <p:nvPr>
            <p:ph type="pic" idx="2"/>
          </p:nvPr>
        </p:nvSpPr>
        <p:spPr>
          <a:xfrm>
            <a:off x="0" y="2536367"/>
            <a:ext cx="4400100" cy="2064300"/>
          </a:xfrm>
          <a:prstGeom prst="rect">
            <a:avLst/>
          </a:prstGeom>
          <a:noFill/>
          <a:ln>
            <a:noFill/>
          </a:ln>
        </p:spPr>
      </p:sp>
      <p:sp>
        <p:nvSpPr>
          <p:cNvPr id="420" name="Google Shape;420;p72"/>
          <p:cNvSpPr>
            <a:spLocks noGrp="1"/>
          </p:cNvSpPr>
          <p:nvPr>
            <p:ph type="pic" idx="3"/>
          </p:nvPr>
        </p:nvSpPr>
        <p:spPr>
          <a:xfrm>
            <a:off x="466753" y="253374"/>
            <a:ext cx="1714500" cy="1872600"/>
          </a:xfrm>
          <a:prstGeom prst="rect">
            <a:avLst/>
          </a:prstGeom>
          <a:noFill/>
          <a:ln>
            <a:noFill/>
          </a:ln>
        </p:spPr>
      </p:sp>
      <p:sp>
        <p:nvSpPr>
          <p:cNvPr id="421" name="Google Shape;421;p72"/>
          <p:cNvSpPr>
            <a:spLocks noGrp="1"/>
          </p:cNvSpPr>
          <p:nvPr>
            <p:ph type="pic" idx="4"/>
          </p:nvPr>
        </p:nvSpPr>
        <p:spPr>
          <a:xfrm>
            <a:off x="2609485" y="253374"/>
            <a:ext cx="1790700" cy="1872600"/>
          </a:xfrm>
          <a:prstGeom prst="rect">
            <a:avLst/>
          </a:prstGeom>
          <a:noFill/>
          <a:ln>
            <a:noFill/>
          </a:ln>
        </p:spPr>
      </p:sp>
      <p:sp>
        <p:nvSpPr>
          <p:cNvPr id="422" name="Google Shape;422;p72"/>
          <p:cNvSpPr>
            <a:spLocks noGrp="1"/>
          </p:cNvSpPr>
          <p:nvPr>
            <p:ph type="pic" idx="5"/>
          </p:nvPr>
        </p:nvSpPr>
        <p:spPr>
          <a:xfrm>
            <a:off x="4832493" y="1121690"/>
            <a:ext cx="4323900" cy="3478800"/>
          </a:xfrm>
          <a:prstGeom prst="rect">
            <a:avLst/>
          </a:prstGeom>
          <a:noFill/>
          <a:ln>
            <a:noFill/>
          </a:ln>
        </p:spPr>
      </p:sp>
      <p:sp>
        <p:nvSpPr>
          <p:cNvPr id="423" name="Google Shape;423;p72"/>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24" name="Google Shape;424;p72"/>
          <p:cNvSpPr txBox="1">
            <a:spLocks noGrp="1"/>
          </p:cNvSpPr>
          <p:nvPr>
            <p:ph type="body" idx="1"/>
          </p:nvPr>
        </p:nvSpPr>
        <p:spPr>
          <a:xfrm>
            <a:off x="457200" y="4791246"/>
            <a:ext cx="6181200" cy="18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0"/>
              </a:spcBef>
              <a:spcAft>
                <a:spcPts val="0"/>
              </a:spcAft>
              <a:buClr>
                <a:schemeClr val="dk1"/>
              </a:buClr>
              <a:buSzPts val="800"/>
              <a:buFont typeface="Arial"/>
              <a:buNone/>
              <a:defRPr sz="800"/>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pos="342">
          <p15:clr>
            <a:srgbClr val="FBAE40"/>
          </p15:clr>
        </p15:guide>
        <p15:guide id="2" pos="5418">
          <p15:clr>
            <a:srgbClr val="FBAE40"/>
          </p15:clr>
        </p15:guide>
        <p15:guide id="3" orient="horz" pos="630">
          <p15:clr>
            <a:srgbClr val="FBAE40"/>
          </p15:clr>
        </p15:guide>
        <p15:guide id="4" orient="horz" pos="289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First. And For All. Carolina Blue">
  <p:cSld name="First. And For All. Carolina Blue">
    <p:spTree>
      <p:nvGrpSpPr>
        <p:cNvPr id="1" name="Shape 425"/>
        <p:cNvGrpSpPr/>
        <p:nvPr/>
      </p:nvGrpSpPr>
      <p:grpSpPr>
        <a:xfrm>
          <a:off x="0" y="0"/>
          <a:ext cx="0" cy="0"/>
          <a:chOff x="0" y="0"/>
          <a:chExt cx="0" cy="0"/>
        </a:xfrm>
      </p:grpSpPr>
      <p:sp>
        <p:nvSpPr>
          <p:cNvPr id="426" name="Google Shape;426;p73"/>
          <p:cNvSpPr/>
          <p:nvPr/>
        </p:nvSpPr>
        <p:spPr>
          <a:xfrm>
            <a:off x="0" y="-29560"/>
            <a:ext cx="9144000" cy="5202600"/>
          </a:xfrm>
          <a:prstGeom prst="rect">
            <a:avLst/>
          </a:prstGeom>
          <a:solidFill>
            <a:schemeClr val="accent1"/>
          </a:solidFill>
          <a:ln w="19050" cap="flat" cmpd="sng">
            <a:solidFill>
              <a:srgbClr val="367199"/>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27" name="Google Shape;427;p73" descr="Interlocking NC with the tagline, “First. And For All.”"/>
          <p:cNvPicPr preferRelativeResize="0"/>
          <p:nvPr/>
        </p:nvPicPr>
        <p:blipFill rotWithShape="1">
          <a:blip r:embed="rId2">
            <a:alphaModFix/>
          </a:blip>
          <a:srcRect/>
          <a:stretch/>
        </p:blipFill>
        <p:spPr>
          <a:xfrm>
            <a:off x="1768585" y="2092874"/>
            <a:ext cx="5606830" cy="957751"/>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First. And For All. White">
  <p:cSld name="First. And For All. White">
    <p:spTree>
      <p:nvGrpSpPr>
        <p:cNvPr id="1" name="Shape 428"/>
        <p:cNvGrpSpPr/>
        <p:nvPr/>
      </p:nvGrpSpPr>
      <p:grpSpPr>
        <a:xfrm>
          <a:off x="0" y="0"/>
          <a:ext cx="0" cy="0"/>
          <a:chOff x="0" y="0"/>
          <a:chExt cx="0" cy="0"/>
        </a:xfrm>
      </p:grpSpPr>
      <p:pic>
        <p:nvPicPr>
          <p:cNvPr id="429" name="Google Shape;429;p74" descr="Interlocking NC with the tagline, “First. And For All.”"/>
          <p:cNvPicPr preferRelativeResize="0"/>
          <p:nvPr/>
        </p:nvPicPr>
        <p:blipFill rotWithShape="1">
          <a:blip r:embed="rId2">
            <a:alphaModFix/>
          </a:blip>
          <a:srcRect l="-40" r="-30"/>
          <a:stretch/>
        </p:blipFill>
        <p:spPr>
          <a:xfrm>
            <a:off x="1768585" y="2092874"/>
            <a:ext cx="5606830" cy="957751"/>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First. And For All. Navy">
  <p:cSld name="First. And For All. Navy">
    <p:spTree>
      <p:nvGrpSpPr>
        <p:cNvPr id="1" name="Shape 430"/>
        <p:cNvGrpSpPr/>
        <p:nvPr/>
      </p:nvGrpSpPr>
      <p:grpSpPr>
        <a:xfrm>
          <a:off x="0" y="0"/>
          <a:ext cx="0" cy="0"/>
          <a:chOff x="0" y="0"/>
          <a:chExt cx="0" cy="0"/>
        </a:xfrm>
      </p:grpSpPr>
      <p:sp>
        <p:nvSpPr>
          <p:cNvPr id="431" name="Google Shape;431;p75"/>
          <p:cNvSpPr/>
          <p:nvPr/>
        </p:nvSpPr>
        <p:spPr>
          <a:xfrm>
            <a:off x="0" y="-29560"/>
            <a:ext cx="9144000" cy="52026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32" name="Google Shape;432;p75" descr="Interlocking NC with the tagline, “First. And For All.”"/>
          <p:cNvPicPr preferRelativeResize="0"/>
          <p:nvPr/>
        </p:nvPicPr>
        <p:blipFill rotWithShape="1">
          <a:blip r:embed="rId2">
            <a:alphaModFix/>
          </a:blip>
          <a:srcRect/>
          <a:stretch/>
        </p:blipFill>
        <p:spPr>
          <a:xfrm>
            <a:off x="1768581" y="2092874"/>
            <a:ext cx="5606833" cy="957751"/>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End Slide with Signature CarolinaBlue">
  <p:cSld name="End Slide with Signature CarolinaBlue">
    <p:spTree>
      <p:nvGrpSpPr>
        <p:cNvPr id="1" name="Shape 433"/>
        <p:cNvGrpSpPr/>
        <p:nvPr/>
      </p:nvGrpSpPr>
      <p:grpSpPr>
        <a:xfrm>
          <a:off x="0" y="0"/>
          <a:ext cx="0" cy="0"/>
          <a:chOff x="0" y="0"/>
          <a:chExt cx="0" cy="0"/>
        </a:xfrm>
      </p:grpSpPr>
      <p:sp>
        <p:nvSpPr>
          <p:cNvPr id="434" name="Google Shape;434;p76"/>
          <p:cNvSpPr/>
          <p:nvPr/>
        </p:nvSpPr>
        <p:spPr>
          <a:xfrm>
            <a:off x="0" y="0"/>
            <a:ext cx="9144000" cy="5210400"/>
          </a:xfrm>
          <a:prstGeom prst="rect">
            <a:avLst/>
          </a:prstGeom>
          <a:solidFill>
            <a:schemeClr val="accent1"/>
          </a:solidFill>
          <a:ln w="19050" cap="flat" cmpd="sng">
            <a:solidFill>
              <a:srgbClr val="367199"/>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35" name="Google Shape;435;p76" descr="The University of North Carolina at Chapel Hill"/>
          <p:cNvPicPr preferRelativeResize="0"/>
          <p:nvPr/>
        </p:nvPicPr>
        <p:blipFill rotWithShape="1">
          <a:blip r:embed="rId2">
            <a:alphaModFix/>
          </a:blip>
          <a:srcRect/>
          <a:stretch/>
        </p:blipFill>
        <p:spPr>
          <a:xfrm>
            <a:off x="2961798" y="2069869"/>
            <a:ext cx="3220400" cy="100376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theme" Target="../theme/theme2.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theme" Target="../theme/theme3.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77189" y="488017"/>
            <a:ext cx="8389500" cy="782700"/>
          </a:xfrm>
          <a:prstGeom prst="rect">
            <a:avLst/>
          </a:prstGeom>
          <a:noFill/>
          <a:ln>
            <a:noFill/>
          </a:ln>
        </p:spPr>
        <p:txBody>
          <a:bodyPr spcFirstLastPara="1" wrap="square" lIns="68575" tIns="34275" rIns="68575" bIns="34275"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92" name="Google Shape;92;p19"/>
          <p:cNvSpPr txBox="1">
            <a:spLocks noGrp="1"/>
          </p:cNvSpPr>
          <p:nvPr>
            <p:ph type="body" idx="1"/>
          </p:nvPr>
        </p:nvSpPr>
        <p:spPr>
          <a:xfrm>
            <a:off x="377190" y="1369219"/>
            <a:ext cx="8389500" cy="28401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accent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a:lnSpc>
                <a:spcPct val="90000"/>
              </a:lnSpc>
              <a:spcBef>
                <a:spcPts val="400"/>
              </a:spcBef>
              <a:spcAft>
                <a:spcPts val="0"/>
              </a:spcAft>
              <a:buClr>
                <a:schemeClr val="accent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accent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3" name="Google Shape;93;p19"/>
          <p:cNvSpPr txBox="1">
            <a:spLocks noGrp="1"/>
          </p:cNvSpPr>
          <p:nvPr>
            <p:ph type="sldNum" idx="12"/>
          </p:nvPr>
        </p:nvSpPr>
        <p:spPr>
          <a:xfrm>
            <a:off x="6735889" y="4630985"/>
            <a:ext cx="2031000" cy="1848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1" i="0" u="none" strike="noStrike" cap="none">
                <a:solidFill>
                  <a:schemeClr val="dk1"/>
                </a:solidFill>
                <a:latin typeface="Arial"/>
                <a:ea typeface="Arial"/>
                <a:cs typeface="Arial"/>
                <a:sym typeface="Arial"/>
              </a:defRPr>
            </a:lvl1pPr>
            <a:lvl2pPr marL="0" marR="0" lvl="1" indent="0" algn="r">
              <a:spcBef>
                <a:spcPts val="0"/>
              </a:spcBef>
              <a:buNone/>
              <a:defRPr sz="900" b="1" i="0" u="none" strike="noStrike" cap="none">
                <a:solidFill>
                  <a:schemeClr val="dk1"/>
                </a:solidFill>
                <a:latin typeface="Arial"/>
                <a:ea typeface="Arial"/>
                <a:cs typeface="Arial"/>
                <a:sym typeface="Arial"/>
              </a:defRPr>
            </a:lvl2pPr>
            <a:lvl3pPr marL="0" marR="0" lvl="2" indent="0" algn="r">
              <a:spcBef>
                <a:spcPts val="0"/>
              </a:spcBef>
              <a:buNone/>
              <a:defRPr sz="900" b="1" i="0" u="none" strike="noStrike" cap="none">
                <a:solidFill>
                  <a:schemeClr val="dk1"/>
                </a:solidFill>
                <a:latin typeface="Arial"/>
                <a:ea typeface="Arial"/>
                <a:cs typeface="Arial"/>
                <a:sym typeface="Arial"/>
              </a:defRPr>
            </a:lvl3pPr>
            <a:lvl4pPr marL="0" marR="0" lvl="3" indent="0" algn="r">
              <a:spcBef>
                <a:spcPts val="0"/>
              </a:spcBef>
              <a:buNone/>
              <a:defRPr sz="900" b="1" i="0" u="none" strike="noStrike" cap="none">
                <a:solidFill>
                  <a:schemeClr val="dk1"/>
                </a:solidFill>
                <a:latin typeface="Arial"/>
                <a:ea typeface="Arial"/>
                <a:cs typeface="Arial"/>
                <a:sym typeface="Arial"/>
              </a:defRPr>
            </a:lvl4pPr>
            <a:lvl5pPr marL="0" marR="0" lvl="4" indent="0" algn="r">
              <a:spcBef>
                <a:spcPts val="0"/>
              </a:spcBef>
              <a:buNone/>
              <a:defRPr sz="900" b="1" i="0" u="none" strike="noStrike" cap="none">
                <a:solidFill>
                  <a:schemeClr val="dk1"/>
                </a:solidFill>
                <a:latin typeface="Arial"/>
                <a:ea typeface="Arial"/>
                <a:cs typeface="Arial"/>
                <a:sym typeface="Arial"/>
              </a:defRPr>
            </a:lvl5pPr>
            <a:lvl6pPr marL="0" marR="0" lvl="5" indent="0" algn="r">
              <a:spcBef>
                <a:spcPts val="0"/>
              </a:spcBef>
              <a:buNone/>
              <a:defRPr sz="900" b="1" i="0" u="none" strike="noStrike" cap="none">
                <a:solidFill>
                  <a:schemeClr val="dk1"/>
                </a:solidFill>
                <a:latin typeface="Arial"/>
                <a:ea typeface="Arial"/>
                <a:cs typeface="Arial"/>
                <a:sym typeface="Arial"/>
              </a:defRPr>
            </a:lvl6pPr>
            <a:lvl7pPr marL="0" marR="0" lvl="6" indent="0" algn="r">
              <a:spcBef>
                <a:spcPts val="0"/>
              </a:spcBef>
              <a:buNone/>
              <a:defRPr sz="900" b="1" i="0" u="none" strike="noStrike" cap="none">
                <a:solidFill>
                  <a:schemeClr val="dk1"/>
                </a:solidFill>
                <a:latin typeface="Arial"/>
                <a:ea typeface="Arial"/>
                <a:cs typeface="Arial"/>
                <a:sym typeface="Arial"/>
              </a:defRPr>
            </a:lvl7pPr>
            <a:lvl8pPr marL="0" marR="0" lvl="7" indent="0" algn="r">
              <a:spcBef>
                <a:spcPts val="0"/>
              </a:spcBef>
              <a:buNone/>
              <a:defRPr sz="900" b="1" i="0" u="none" strike="noStrike" cap="none">
                <a:solidFill>
                  <a:schemeClr val="dk1"/>
                </a:solidFill>
                <a:latin typeface="Arial"/>
                <a:ea typeface="Arial"/>
                <a:cs typeface="Arial"/>
                <a:sym typeface="Arial"/>
              </a:defRPr>
            </a:lvl8pPr>
            <a:lvl9pPr marL="0" marR="0" lvl="8" indent="0" algn="r">
              <a:spcBef>
                <a:spcPts val="0"/>
              </a:spcBef>
              <a:buNone/>
              <a:defRPr sz="9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3"/>
        <p:cNvGrpSpPr/>
        <p:nvPr/>
      </p:nvGrpSpPr>
      <p:grpSpPr>
        <a:xfrm>
          <a:off x="0" y="0"/>
          <a:ext cx="0" cy="0"/>
          <a:chOff x="0" y="0"/>
          <a:chExt cx="0" cy="0"/>
        </a:xfrm>
      </p:grpSpPr>
      <p:sp>
        <p:nvSpPr>
          <p:cNvPr id="264" name="Google Shape;264;p48"/>
          <p:cNvSpPr txBox="1">
            <a:spLocks noGrp="1"/>
          </p:cNvSpPr>
          <p:nvPr>
            <p:ph type="title"/>
          </p:nvPr>
        </p:nvSpPr>
        <p:spPr>
          <a:xfrm>
            <a:off x="377189" y="488017"/>
            <a:ext cx="8389500" cy="7827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5" name="Google Shape;265;p48"/>
          <p:cNvSpPr txBox="1">
            <a:spLocks noGrp="1"/>
          </p:cNvSpPr>
          <p:nvPr>
            <p:ph type="body" idx="1"/>
          </p:nvPr>
        </p:nvSpPr>
        <p:spPr>
          <a:xfrm>
            <a:off x="377190" y="1369219"/>
            <a:ext cx="8389500" cy="28401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accent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accent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accent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66" name="Google Shape;266;p48"/>
          <p:cNvSpPr txBox="1">
            <a:spLocks noGrp="1"/>
          </p:cNvSpPr>
          <p:nvPr>
            <p:ph type="sldNum" idx="12"/>
          </p:nvPr>
        </p:nvSpPr>
        <p:spPr>
          <a:xfrm>
            <a:off x="6735889" y="4630985"/>
            <a:ext cx="2031000" cy="18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35.xml"/><Relationship Id="rId5" Type="http://schemas.openxmlformats.org/officeDocument/2006/relationships/image" Target="../media/image29.jpg"/><Relationship Id="rId4" Type="http://schemas.openxmlformats.org/officeDocument/2006/relationships/image" Target="../media/image28.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5.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5.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7.xml"/><Relationship Id="rId6" Type="http://schemas.openxmlformats.org/officeDocument/2006/relationships/image" Target="../media/image38.png"/><Relationship Id="rId5" Type="http://schemas.openxmlformats.org/officeDocument/2006/relationships/image" Target="../media/image21.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77"/>
          <p:cNvSpPr txBox="1">
            <a:spLocks noGrp="1"/>
          </p:cNvSpPr>
          <p:nvPr>
            <p:ph type="title"/>
          </p:nvPr>
        </p:nvSpPr>
        <p:spPr>
          <a:xfrm>
            <a:off x="226500" y="1426050"/>
            <a:ext cx="8691000" cy="892200"/>
          </a:xfrm>
          <a:prstGeom prst="rect">
            <a:avLst/>
          </a:prstGeom>
          <a:noFill/>
          <a:ln>
            <a:noFill/>
          </a:ln>
        </p:spPr>
        <p:txBody>
          <a:bodyPr spcFirstLastPara="1" wrap="square" lIns="68575" tIns="34275" rIns="68575" bIns="34275" anchor="t" anchorCtr="0">
            <a:noAutofit/>
          </a:bodyPr>
          <a:lstStyle/>
          <a:p>
            <a:pPr marL="0" lvl="0" indent="0" algn="ctr" rtl="0">
              <a:lnSpc>
                <a:spcPct val="100000"/>
              </a:lnSpc>
              <a:spcBef>
                <a:spcPts val="0"/>
              </a:spcBef>
              <a:spcAft>
                <a:spcPts val="0"/>
              </a:spcAft>
              <a:buClr>
                <a:schemeClr val="accent1"/>
              </a:buClr>
              <a:buSzPts val="5400"/>
              <a:buFont typeface="Arial"/>
              <a:buNone/>
            </a:pPr>
            <a:r>
              <a:rPr lang="en" sz="5300"/>
              <a:t>NCCPSS Database Design</a:t>
            </a:r>
            <a:endParaRPr sz="5300"/>
          </a:p>
        </p:txBody>
      </p:sp>
      <p:sp>
        <p:nvSpPr>
          <p:cNvPr id="442" name="Google Shape;442;p77"/>
          <p:cNvSpPr txBox="1">
            <a:spLocks noGrp="1"/>
          </p:cNvSpPr>
          <p:nvPr>
            <p:ph type="body" idx="1"/>
          </p:nvPr>
        </p:nvSpPr>
        <p:spPr>
          <a:xfrm>
            <a:off x="295450" y="2835933"/>
            <a:ext cx="8229600" cy="823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700"/>
              <a:buNone/>
            </a:pPr>
            <a:r>
              <a:rPr lang="en"/>
              <a:t>Capstone Project – DATA 992</a:t>
            </a:r>
            <a:endParaRPr/>
          </a:p>
          <a:p>
            <a:pPr marL="0" lvl="0" indent="0" algn="l" rtl="0">
              <a:lnSpc>
                <a:spcPct val="90000"/>
              </a:lnSpc>
              <a:spcBef>
                <a:spcPts val="800"/>
              </a:spcBef>
              <a:spcAft>
                <a:spcPts val="0"/>
              </a:spcAft>
              <a:buSzPts val="1700"/>
              <a:buNone/>
            </a:pPr>
            <a:r>
              <a:rPr lang="en"/>
              <a:t>Taylor Baldwin | Claudia Dare | Michael Borasy | Usman Siddiqui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8"/>
          <p:cNvSpPr txBox="1">
            <a:spLocks noGrp="1"/>
          </p:cNvSpPr>
          <p:nvPr>
            <p:ph type="title"/>
          </p:nvPr>
        </p:nvSpPr>
        <p:spPr>
          <a:xfrm>
            <a:off x="457200" y="433850"/>
            <a:ext cx="75447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What is NCCPSS?</a:t>
            </a:r>
            <a:endParaRPr/>
          </a:p>
        </p:txBody>
      </p:sp>
      <p:sp>
        <p:nvSpPr>
          <p:cNvPr id="448" name="Google Shape;448;p78"/>
          <p:cNvSpPr txBox="1">
            <a:spLocks noGrp="1"/>
          </p:cNvSpPr>
          <p:nvPr>
            <p:ph type="body" idx="1"/>
          </p:nvPr>
        </p:nvSpPr>
        <p:spPr>
          <a:xfrm>
            <a:off x="3482789" y="1182964"/>
            <a:ext cx="5202300" cy="2891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a:t>North Carolina Certified Peer Support Specialist (</a:t>
            </a:r>
            <a:r>
              <a:rPr lang="en" b="1"/>
              <a:t>NCCPSS</a:t>
            </a:r>
            <a:r>
              <a:rPr lang="en"/>
              <a:t>) with UNC School of Social Work and North Carolina Department of Health and Human Services (NCDHHS). The NCCPSS Program certifies persons in recovery from serious mental illness (SMI) and substance use disorders (SUD) to support others on their recovery journey.</a:t>
            </a:r>
            <a:endParaRPr/>
          </a:p>
        </p:txBody>
      </p:sp>
      <p:sp>
        <p:nvSpPr>
          <p:cNvPr id="449" name="Google Shape;449;p78"/>
          <p:cNvSpPr txBox="1">
            <a:spLocks noGrp="1"/>
          </p:cNvSpPr>
          <p:nvPr>
            <p:ph type="body" idx="3"/>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r>
              <a:rPr lang="en"/>
              <a:t>UNC School of Data Science &amp; Society</a:t>
            </a:r>
            <a:endParaRPr/>
          </a:p>
        </p:txBody>
      </p:sp>
      <p:pic>
        <p:nvPicPr>
          <p:cNvPr id="450" name="Google Shape;450;p78" title="Screen Shot 2026-02-17 at 1.35.06 PM.png"/>
          <p:cNvPicPr preferRelativeResize="0"/>
          <p:nvPr/>
        </p:nvPicPr>
        <p:blipFill>
          <a:blip r:embed="rId3">
            <a:alphaModFix/>
          </a:blip>
          <a:stretch>
            <a:fillRect/>
          </a:stretch>
        </p:blipFill>
        <p:spPr>
          <a:xfrm>
            <a:off x="457200" y="1182963"/>
            <a:ext cx="2971375" cy="2777575"/>
          </a:xfrm>
          <a:prstGeom prst="rect">
            <a:avLst/>
          </a:prstGeom>
          <a:noFill/>
          <a:ln>
            <a:noFill/>
          </a:ln>
        </p:spPr>
      </p:pic>
      <p:sp>
        <p:nvSpPr>
          <p:cNvPr id="451" name="Google Shape;451;p78"/>
          <p:cNvSpPr txBox="1">
            <a:spLocks noGrp="1"/>
          </p:cNvSpPr>
          <p:nvPr>
            <p:ph type="title"/>
          </p:nvPr>
        </p:nvSpPr>
        <p:spPr>
          <a:xfrm>
            <a:off x="457200" y="100025"/>
            <a:ext cx="75447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sz="1400"/>
              <a:t>Context</a:t>
            </a:r>
            <a:endParaRPr sz="1400"/>
          </a:p>
        </p:txBody>
      </p:sp>
      <p:sp>
        <p:nvSpPr>
          <p:cNvPr id="452" name="Google Shape;452;p78"/>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79"/>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458" name="Google Shape;458;p79"/>
          <p:cNvSpPr txBox="1">
            <a:spLocks noGrp="1"/>
          </p:cNvSpPr>
          <p:nvPr>
            <p:ph type="body" idx="1"/>
          </p:nvPr>
        </p:nvSpPr>
        <p:spPr>
          <a:xfrm>
            <a:off x="1188875" y="1357750"/>
            <a:ext cx="6100500" cy="2888100"/>
          </a:xfrm>
          <a:prstGeom prst="rect">
            <a:avLst/>
          </a:prstGeom>
          <a:noFill/>
          <a:ln>
            <a:noFill/>
          </a:ln>
        </p:spPr>
        <p:txBody>
          <a:bodyPr spcFirstLastPara="1" wrap="square" lIns="68575" tIns="34275" rIns="68575" bIns="34275" anchor="t" anchorCtr="0">
            <a:normAutofit lnSpcReduction="10000"/>
          </a:bodyPr>
          <a:lstStyle/>
          <a:p>
            <a:pPr marL="0" lvl="0" indent="0" algn="l" rtl="0">
              <a:lnSpc>
                <a:spcPct val="90000"/>
              </a:lnSpc>
              <a:spcBef>
                <a:spcPts val="0"/>
              </a:spcBef>
              <a:spcAft>
                <a:spcPts val="0"/>
              </a:spcAft>
              <a:buNone/>
            </a:pPr>
            <a:r>
              <a:rPr lang="en" b="1"/>
              <a:t>Growing Data: </a:t>
            </a:r>
            <a:r>
              <a:rPr lang="en"/>
              <a:t>Years of accumulated program information</a:t>
            </a: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r>
              <a:rPr lang="en" b="1"/>
              <a:t>Fragmented Systems:</a:t>
            </a:r>
            <a:r>
              <a:rPr lang="en"/>
              <a:t> Legacy tools solved short-term needs but created data silos</a:t>
            </a: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r>
              <a:rPr lang="en" b="1"/>
              <a:t>Need for Oversight:</a:t>
            </a:r>
            <a:r>
              <a:rPr lang="en"/>
              <a:t> Long-term evaluation requires reliable structure</a:t>
            </a: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r>
              <a:rPr lang="en" b="1"/>
              <a:t>Quality Issues:</a:t>
            </a:r>
            <a:r>
              <a:rPr lang="en"/>
              <a:t> Siloed data created inefficiencies in the workflow</a:t>
            </a:r>
            <a:endParaRPr/>
          </a:p>
        </p:txBody>
      </p:sp>
      <p:sp>
        <p:nvSpPr>
          <p:cNvPr id="459" name="Google Shape;459;p79"/>
          <p:cNvSpPr txBox="1">
            <a:spLocks noGrp="1"/>
          </p:cNvSpPr>
          <p:nvPr>
            <p:ph type="title"/>
          </p:nvPr>
        </p:nvSpPr>
        <p:spPr>
          <a:xfrm>
            <a:off x="457200" y="206652"/>
            <a:ext cx="1428000" cy="2919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sz="1400"/>
              <a:t>Background</a:t>
            </a:r>
            <a:endParaRPr sz="1400"/>
          </a:p>
        </p:txBody>
      </p:sp>
      <p:sp>
        <p:nvSpPr>
          <p:cNvPr id="460" name="Google Shape;460;p79"/>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lnSpcReduction="10000"/>
          </a:bodyPr>
          <a:lstStyle/>
          <a:p>
            <a:pPr marL="0" marR="0" lvl="0" indent="0" algn="l" rtl="0">
              <a:lnSpc>
                <a:spcPct val="100000"/>
              </a:lnSpc>
              <a:spcBef>
                <a:spcPts val="0"/>
              </a:spcBef>
              <a:spcAft>
                <a:spcPts val="0"/>
              </a:spcAft>
              <a:buClr>
                <a:schemeClr val="dk1"/>
              </a:buClr>
              <a:buSzPts val="800"/>
              <a:buFont typeface="Arial"/>
              <a:buNone/>
            </a:pPr>
            <a:r>
              <a:rPr lang="en"/>
              <a:t>UNC School of Data Science &amp; Society</a:t>
            </a:r>
            <a:endParaRPr/>
          </a:p>
        </p:txBody>
      </p:sp>
      <p:sp>
        <p:nvSpPr>
          <p:cNvPr id="461" name="Google Shape;461;p79"/>
          <p:cNvSpPr txBox="1">
            <a:spLocks noGrp="1"/>
          </p:cNvSpPr>
          <p:nvPr>
            <p:ph type="title"/>
          </p:nvPr>
        </p:nvSpPr>
        <p:spPr>
          <a:xfrm>
            <a:off x="464400" y="433875"/>
            <a:ext cx="6271500" cy="4800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a:t>Why A New System is Needed</a:t>
            </a:r>
            <a:endParaRPr/>
          </a:p>
        </p:txBody>
      </p:sp>
      <p:pic>
        <p:nvPicPr>
          <p:cNvPr id="462" name="Google Shape;462;p79" descr="graph (Provided by Getty Images)"/>
          <p:cNvPicPr preferRelativeResize="0"/>
          <p:nvPr/>
        </p:nvPicPr>
        <p:blipFill rotWithShape="1">
          <a:blip r:embed="rId3">
            <a:alphaModFix/>
          </a:blip>
          <a:srcRect b="8012"/>
          <a:stretch/>
        </p:blipFill>
        <p:spPr>
          <a:xfrm>
            <a:off x="542926" y="1287263"/>
            <a:ext cx="583951" cy="537134"/>
          </a:xfrm>
          <a:prstGeom prst="rect">
            <a:avLst/>
          </a:prstGeom>
          <a:noFill/>
          <a:ln>
            <a:noFill/>
          </a:ln>
        </p:spPr>
      </p:pic>
      <p:pic>
        <p:nvPicPr>
          <p:cNvPr id="463" name="Google Shape;463;p79" descr="storage (Provided by Getty Images)"/>
          <p:cNvPicPr preferRelativeResize="0"/>
          <p:nvPr/>
        </p:nvPicPr>
        <p:blipFill rotWithShape="1">
          <a:blip r:embed="rId4">
            <a:alphaModFix/>
          </a:blip>
          <a:srcRect l="23865" t="9764" r="22287" b="11172"/>
          <a:stretch/>
        </p:blipFill>
        <p:spPr>
          <a:xfrm>
            <a:off x="671451" y="2132177"/>
            <a:ext cx="326902" cy="480000"/>
          </a:xfrm>
          <a:prstGeom prst="rect">
            <a:avLst/>
          </a:prstGeom>
          <a:noFill/>
          <a:ln>
            <a:noFill/>
          </a:ln>
        </p:spPr>
      </p:pic>
      <p:pic>
        <p:nvPicPr>
          <p:cNvPr id="464" name="Google Shape;464;p79" descr="Tasks check, checklist black icon (Provided by Getty Images)"/>
          <p:cNvPicPr preferRelativeResize="0"/>
          <p:nvPr/>
        </p:nvPicPr>
        <p:blipFill rotWithShape="1">
          <a:blip r:embed="rId5">
            <a:alphaModFix/>
          </a:blip>
          <a:srcRect l="18593" t="11235" r="18080" b="10962"/>
          <a:stretch/>
        </p:blipFill>
        <p:spPr>
          <a:xfrm>
            <a:off x="639543" y="2919957"/>
            <a:ext cx="390717" cy="480000"/>
          </a:xfrm>
          <a:prstGeom prst="rect">
            <a:avLst/>
          </a:prstGeom>
          <a:noFill/>
          <a:ln>
            <a:noFill/>
          </a:ln>
        </p:spPr>
      </p:pic>
      <p:pic>
        <p:nvPicPr>
          <p:cNvPr id="465" name="Google Shape;465;p79" descr="Vector icon settings feature. Isolated contour symbol illustration (Provided by Getty Images)"/>
          <p:cNvPicPr preferRelativeResize="0"/>
          <p:nvPr/>
        </p:nvPicPr>
        <p:blipFill rotWithShape="1">
          <a:blip r:embed="rId6">
            <a:alphaModFix/>
          </a:blip>
          <a:srcRect l="17090" t="22652" r="16899" b="23092"/>
          <a:stretch/>
        </p:blipFill>
        <p:spPr>
          <a:xfrm>
            <a:off x="542919" y="3707738"/>
            <a:ext cx="583967" cy="48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80"/>
          <p:cNvSpPr txBox="1">
            <a:spLocks noGrp="1"/>
          </p:cNvSpPr>
          <p:nvPr>
            <p:ph type="body" idx="1"/>
          </p:nvPr>
        </p:nvSpPr>
        <p:spPr>
          <a:xfrm>
            <a:off x="368325" y="183525"/>
            <a:ext cx="7919100" cy="816600"/>
          </a:xfrm>
          <a:prstGeom prst="rect">
            <a:avLst/>
          </a:prstGeom>
        </p:spPr>
        <p:txBody>
          <a:bodyPr spcFirstLastPara="1" wrap="square" lIns="68575" tIns="34275" rIns="68575" bIns="34275" anchor="ctr" anchorCtr="0">
            <a:normAutofit/>
          </a:bodyPr>
          <a:lstStyle/>
          <a:p>
            <a:pPr marL="0" lvl="0" indent="0" algn="l" rtl="0">
              <a:spcBef>
                <a:spcPts val="800"/>
              </a:spcBef>
              <a:spcAft>
                <a:spcPts val="0"/>
              </a:spcAft>
              <a:buNone/>
            </a:pPr>
            <a:r>
              <a:rPr lang="en" b="1"/>
              <a:t>Stakeholders Expectations</a:t>
            </a:r>
            <a:endParaRPr b="1"/>
          </a:p>
        </p:txBody>
      </p:sp>
      <p:sp>
        <p:nvSpPr>
          <p:cNvPr id="471" name="Google Shape;471;p80"/>
          <p:cNvSpPr txBox="1">
            <a:spLocks noGrp="1"/>
          </p:cNvSpPr>
          <p:nvPr>
            <p:ph type="body" idx="3"/>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endParaRPr/>
          </a:p>
        </p:txBody>
      </p:sp>
      <p:sp>
        <p:nvSpPr>
          <p:cNvPr id="472" name="Google Shape;472;p80"/>
          <p:cNvSpPr/>
          <p:nvPr/>
        </p:nvSpPr>
        <p:spPr>
          <a:xfrm>
            <a:off x="874425" y="1298225"/>
            <a:ext cx="5763000" cy="557400"/>
          </a:xfrm>
          <a:prstGeom prst="rect">
            <a:avLst/>
          </a:prstGeom>
          <a:solidFill>
            <a:srgbClr val="4B9CD3"/>
          </a:solidFill>
          <a:ln w="7950" cap="flat" cmpd="sng">
            <a:solidFill>
              <a:srgbClr val="4B9CD3"/>
            </a:solidFill>
            <a:prstDash val="solid"/>
            <a:round/>
            <a:headEnd type="none" w="sm" len="sm"/>
            <a:tailEnd type="none" w="sm" len="sm"/>
          </a:ln>
        </p:spPr>
        <p:txBody>
          <a:bodyPr spcFirstLastPara="1" wrap="square" lIns="76300" tIns="76300" rIns="76300" bIns="76300" anchor="ctr" anchorCtr="0">
            <a:noAutofit/>
          </a:bodyPr>
          <a:lstStyle/>
          <a:p>
            <a:pPr marL="0" lvl="0" indent="0" algn="l" rtl="0">
              <a:lnSpc>
                <a:spcPct val="115000"/>
              </a:lnSpc>
              <a:spcBef>
                <a:spcPts val="1001"/>
              </a:spcBef>
              <a:spcAft>
                <a:spcPts val="1001"/>
              </a:spcAft>
              <a:buClr>
                <a:schemeClr val="dk2"/>
              </a:buClr>
              <a:buSzPts val="1100"/>
              <a:buFont typeface="Arial"/>
              <a:buNone/>
            </a:pPr>
            <a:r>
              <a:rPr lang="en" sz="1752">
                <a:solidFill>
                  <a:schemeClr val="dk1"/>
                </a:solidFill>
              </a:rPr>
              <a:t>    Data management and system design</a:t>
            </a:r>
            <a:endParaRPr sz="1752">
              <a:solidFill>
                <a:schemeClr val="dk1"/>
              </a:solidFill>
            </a:endParaRPr>
          </a:p>
        </p:txBody>
      </p:sp>
      <p:sp>
        <p:nvSpPr>
          <p:cNvPr id="473" name="Google Shape;473;p80"/>
          <p:cNvSpPr/>
          <p:nvPr/>
        </p:nvSpPr>
        <p:spPr>
          <a:xfrm>
            <a:off x="6637629" y="1577005"/>
            <a:ext cx="334800" cy="278400"/>
          </a:xfrm>
          <a:prstGeom prst="rtTriangle">
            <a:avLst/>
          </a:prstGeom>
          <a:solidFill>
            <a:srgbClr val="4B9CD3"/>
          </a:solidFill>
          <a:ln w="7950" cap="flat" cmpd="sng">
            <a:solidFill>
              <a:srgbClr val="4B9CD3"/>
            </a:solidFill>
            <a:prstDash val="solid"/>
            <a:round/>
            <a:headEnd type="none" w="sm" len="sm"/>
            <a:tailEnd type="none" w="sm" len="sm"/>
          </a:ln>
        </p:spPr>
        <p:txBody>
          <a:bodyPr spcFirstLastPara="1" wrap="square" lIns="76300" tIns="76300" rIns="76300" bIns="76300" anchor="ctr" anchorCtr="0">
            <a:noAutofit/>
          </a:bodyPr>
          <a:lstStyle/>
          <a:p>
            <a:pPr marL="0" lvl="0" indent="0" algn="ctr" rtl="0">
              <a:spcBef>
                <a:spcPts val="0"/>
              </a:spcBef>
              <a:spcAft>
                <a:spcPts val="0"/>
              </a:spcAft>
              <a:buNone/>
            </a:pPr>
            <a:endParaRPr sz="1168"/>
          </a:p>
        </p:txBody>
      </p:sp>
      <p:sp>
        <p:nvSpPr>
          <p:cNvPr id="474" name="Google Shape;474;p80"/>
          <p:cNvSpPr/>
          <p:nvPr/>
        </p:nvSpPr>
        <p:spPr>
          <a:xfrm rot="10800000" flipH="1">
            <a:off x="6624725" y="1299050"/>
            <a:ext cx="345600" cy="267900"/>
          </a:xfrm>
          <a:prstGeom prst="rtTriangle">
            <a:avLst/>
          </a:prstGeom>
          <a:solidFill>
            <a:srgbClr val="4B9CD3"/>
          </a:solidFill>
          <a:ln w="9525" cap="flat" cmpd="sng">
            <a:solidFill>
              <a:srgbClr val="4B9CD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 name="Google Shape;475;p80"/>
          <p:cNvSpPr/>
          <p:nvPr/>
        </p:nvSpPr>
        <p:spPr>
          <a:xfrm>
            <a:off x="536000" y="1298928"/>
            <a:ext cx="565500" cy="557400"/>
          </a:xfrm>
          <a:prstGeom prst="ellipse">
            <a:avLst/>
          </a:prstGeom>
          <a:solidFill>
            <a:srgbClr val="1C4587"/>
          </a:solidFill>
          <a:ln w="9525" cap="flat" cmpd="sng">
            <a:solidFill>
              <a:srgbClr val="134F5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 name="Google Shape;476;p80"/>
          <p:cNvSpPr/>
          <p:nvPr/>
        </p:nvSpPr>
        <p:spPr>
          <a:xfrm>
            <a:off x="876138" y="1939263"/>
            <a:ext cx="5763000" cy="557400"/>
          </a:xfrm>
          <a:prstGeom prst="rect">
            <a:avLst/>
          </a:prstGeom>
          <a:solidFill>
            <a:srgbClr val="FFD966"/>
          </a:solidFill>
          <a:ln w="7950" cap="flat" cmpd="sng">
            <a:solidFill>
              <a:srgbClr val="FFD966"/>
            </a:solidFill>
            <a:prstDash val="solid"/>
            <a:round/>
            <a:headEnd type="none" w="sm" len="sm"/>
            <a:tailEnd type="none" w="sm" len="sm"/>
          </a:ln>
        </p:spPr>
        <p:txBody>
          <a:bodyPr spcFirstLastPara="1" wrap="square" lIns="76300" tIns="76300" rIns="76300" bIns="76300" anchor="ctr" anchorCtr="0">
            <a:noAutofit/>
          </a:bodyPr>
          <a:lstStyle/>
          <a:p>
            <a:pPr marL="0" lvl="0" indent="0" algn="l" rtl="0">
              <a:lnSpc>
                <a:spcPct val="115000"/>
              </a:lnSpc>
              <a:spcBef>
                <a:spcPts val="1001"/>
              </a:spcBef>
              <a:spcAft>
                <a:spcPts val="1001"/>
              </a:spcAft>
              <a:buNone/>
            </a:pPr>
            <a:r>
              <a:rPr lang="en" sz="1752">
                <a:solidFill>
                  <a:schemeClr val="dk1"/>
                </a:solidFill>
              </a:rPr>
              <a:t>    Build a structured and scalable database system</a:t>
            </a:r>
            <a:endParaRPr sz="1752">
              <a:solidFill>
                <a:schemeClr val="dk1"/>
              </a:solidFill>
            </a:endParaRPr>
          </a:p>
        </p:txBody>
      </p:sp>
      <p:sp>
        <p:nvSpPr>
          <p:cNvPr id="477" name="Google Shape;477;p80"/>
          <p:cNvSpPr/>
          <p:nvPr/>
        </p:nvSpPr>
        <p:spPr>
          <a:xfrm>
            <a:off x="6639342" y="2218042"/>
            <a:ext cx="334800" cy="278400"/>
          </a:xfrm>
          <a:prstGeom prst="rtTriangle">
            <a:avLst/>
          </a:prstGeom>
          <a:solidFill>
            <a:srgbClr val="FFD966"/>
          </a:solidFill>
          <a:ln w="7950" cap="flat" cmpd="sng">
            <a:solidFill>
              <a:srgbClr val="FFE599"/>
            </a:solidFill>
            <a:prstDash val="solid"/>
            <a:round/>
            <a:headEnd type="none" w="sm" len="sm"/>
            <a:tailEnd type="none" w="sm" len="sm"/>
          </a:ln>
        </p:spPr>
        <p:txBody>
          <a:bodyPr spcFirstLastPara="1" wrap="square" lIns="76300" tIns="76300" rIns="76300" bIns="76300" anchor="ctr" anchorCtr="0">
            <a:noAutofit/>
          </a:bodyPr>
          <a:lstStyle/>
          <a:p>
            <a:pPr marL="0" lvl="0" indent="0" algn="ctr" rtl="0">
              <a:spcBef>
                <a:spcPts val="0"/>
              </a:spcBef>
              <a:spcAft>
                <a:spcPts val="0"/>
              </a:spcAft>
              <a:buNone/>
            </a:pPr>
            <a:endParaRPr sz="1168"/>
          </a:p>
        </p:txBody>
      </p:sp>
      <p:sp>
        <p:nvSpPr>
          <p:cNvPr id="478" name="Google Shape;478;p80"/>
          <p:cNvSpPr/>
          <p:nvPr/>
        </p:nvSpPr>
        <p:spPr>
          <a:xfrm rot="10800000" flipH="1">
            <a:off x="6626438" y="1940088"/>
            <a:ext cx="345600" cy="267900"/>
          </a:xfrm>
          <a:prstGeom prst="rtTriangle">
            <a:avLst/>
          </a:prstGeom>
          <a:solidFill>
            <a:srgbClr val="FFD966"/>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 name="Google Shape;479;p80"/>
          <p:cNvSpPr/>
          <p:nvPr/>
        </p:nvSpPr>
        <p:spPr>
          <a:xfrm>
            <a:off x="537713" y="1939966"/>
            <a:ext cx="565500" cy="557400"/>
          </a:xfrm>
          <a:prstGeom prst="ellipse">
            <a:avLst/>
          </a:prstGeom>
          <a:solidFill>
            <a:srgbClr val="FFC000"/>
          </a:solidFill>
          <a:ln w="9525"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80" name="Google Shape;480;p80"/>
          <p:cNvGrpSpPr/>
          <p:nvPr/>
        </p:nvGrpSpPr>
        <p:grpSpPr>
          <a:xfrm>
            <a:off x="539400" y="2581025"/>
            <a:ext cx="6436429" cy="558103"/>
            <a:chOff x="539400" y="2581025"/>
            <a:chExt cx="6436429" cy="558103"/>
          </a:xfrm>
        </p:grpSpPr>
        <p:sp>
          <p:nvSpPr>
            <p:cNvPr id="481" name="Google Shape;481;p80"/>
            <p:cNvSpPr/>
            <p:nvPr/>
          </p:nvSpPr>
          <p:spPr>
            <a:xfrm>
              <a:off x="877825" y="2581025"/>
              <a:ext cx="5763000" cy="557400"/>
            </a:xfrm>
            <a:prstGeom prst="rect">
              <a:avLst/>
            </a:prstGeom>
            <a:solidFill>
              <a:srgbClr val="B4A7D6"/>
            </a:solidFill>
            <a:ln w="7950" cap="flat" cmpd="sng">
              <a:solidFill>
                <a:srgbClr val="B4A7D6"/>
              </a:solidFill>
              <a:prstDash val="solid"/>
              <a:round/>
              <a:headEnd type="none" w="sm" len="sm"/>
              <a:tailEnd type="none" w="sm" len="sm"/>
            </a:ln>
          </p:spPr>
          <p:txBody>
            <a:bodyPr spcFirstLastPara="1" wrap="square" lIns="76300" tIns="76300" rIns="76300" bIns="76300" anchor="ctr" anchorCtr="0">
              <a:noAutofit/>
            </a:bodyPr>
            <a:lstStyle/>
            <a:p>
              <a:pPr marL="0" lvl="0" indent="0" algn="l" rtl="0">
                <a:lnSpc>
                  <a:spcPct val="115000"/>
                </a:lnSpc>
                <a:spcBef>
                  <a:spcPts val="1200"/>
                </a:spcBef>
                <a:spcAft>
                  <a:spcPts val="1200"/>
                </a:spcAft>
                <a:buNone/>
              </a:pPr>
              <a:r>
                <a:rPr lang="en" sz="1752">
                  <a:solidFill>
                    <a:schemeClr val="dk1"/>
                  </a:solidFill>
                </a:rPr>
                <a:t>    Improve data collection, reporting &amp; decision-making</a:t>
              </a:r>
              <a:endParaRPr sz="1752">
                <a:solidFill>
                  <a:schemeClr val="dk1"/>
                </a:solidFill>
              </a:endParaRPr>
            </a:p>
          </p:txBody>
        </p:sp>
        <p:sp>
          <p:nvSpPr>
            <p:cNvPr id="482" name="Google Shape;482;p80"/>
            <p:cNvSpPr/>
            <p:nvPr/>
          </p:nvSpPr>
          <p:spPr>
            <a:xfrm>
              <a:off x="6641029" y="2859805"/>
              <a:ext cx="334800" cy="278400"/>
            </a:xfrm>
            <a:prstGeom prst="rtTriangle">
              <a:avLst/>
            </a:prstGeom>
            <a:solidFill>
              <a:srgbClr val="B4A7D6"/>
            </a:solidFill>
            <a:ln w="7950" cap="flat" cmpd="sng">
              <a:solidFill>
                <a:srgbClr val="B4A7D6"/>
              </a:solidFill>
              <a:prstDash val="solid"/>
              <a:round/>
              <a:headEnd type="none" w="sm" len="sm"/>
              <a:tailEnd type="none" w="sm" len="sm"/>
            </a:ln>
          </p:spPr>
          <p:txBody>
            <a:bodyPr spcFirstLastPara="1" wrap="square" lIns="76300" tIns="76300" rIns="76300" bIns="76300" anchor="ctr" anchorCtr="0">
              <a:noAutofit/>
            </a:bodyPr>
            <a:lstStyle/>
            <a:p>
              <a:pPr marL="0" lvl="0" indent="0" algn="ctr" rtl="0">
                <a:spcBef>
                  <a:spcPts val="0"/>
                </a:spcBef>
                <a:spcAft>
                  <a:spcPts val="0"/>
                </a:spcAft>
                <a:buNone/>
              </a:pPr>
              <a:endParaRPr sz="1168"/>
            </a:p>
          </p:txBody>
        </p:sp>
        <p:sp>
          <p:nvSpPr>
            <p:cNvPr id="483" name="Google Shape;483;p80"/>
            <p:cNvSpPr/>
            <p:nvPr/>
          </p:nvSpPr>
          <p:spPr>
            <a:xfrm rot="10800000" flipH="1">
              <a:off x="6628125" y="2581850"/>
              <a:ext cx="345600" cy="267900"/>
            </a:xfrm>
            <a:prstGeom prst="rtTriangle">
              <a:avLst/>
            </a:prstGeom>
            <a:solidFill>
              <a:srgbClr val="B4A7D6"/>
            </a:solidFill>
            <a:ln w="9525" cap="flat" cmpd="sng">
              <a:solidFill>
                <a:srgbClr val="B4A7D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484;p80"/>
            <p:cNvSpPr/>
            <p:nvPr/>
          </p:nvSpPr>
          <p:spPr>
            <a:xfrm>
              <a:off x="539400" y="2581728"/>
              <a:ext cx="565500" cy="557400"/>
            </a:xfrm>
            <a:prstGeom prst="ellipse">
              <a:avLst/>
            </a:prstGeom>
            <a:solidFill>
              <a:srgbClr val="8E7CC3"/>
            </a:solidFill>
            <a:ln w="952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5" name="Google Shape;485;p80"/>
          <p:cNvSpPr/>
          <p:nvPr/>
        </p:nvSpPr>
        <p:spPr>
          <a:xfrm>
            <a:off x="881250" y="3222763"/>
            <a:ext cx="5763000" cy="557400"/>
          </a:xfrm>
          <a:prstGeom prst="rect">
            <a:avLst/>
          </a:prstGeom>
          <a:solidFill>
            <a:srgbClr val="F6B26B"/>
          </a:solidFill>
          <a:ln w="7950" cap="flat" cmpd="sng">
            <a:solidFill>
              <a:srgbClr val="F6B26B"/>
            </a:solidFill>
            <a:prstDash val="solid"/>
            <a:round/>
            <a:headEnd type="none" w="sm" len="sm"/>
            <a:tailEnd type="none" w="sm" len="sm"/>
          </a:ln>
        </p:spPr>
        <p:txBody>
          <a:bodyPr spcFirstLastPara="1" wrap="square" lIns="76300" tIns="76300" rIns="76300" bIns="76300" anchor="ctr" anchorCtr="0">
            <a:noAutofit/>
          </a:bodyPr>
          <a:lstStyle/>
          <a:p>
            <a:pPr marL="0" lvl="0" indent="0" algn="l" rtl="0">
              <a:lnSpc>
                <a:spcPct val="115000"/>
              </a:lnSpc>
              <a:spcBef>
                <a:spcPts val="1200"/>
              </a:spcBef>
              <a:spcAft>
                <a:spcPts val="1200"/>
              </a:spcAft>
              <a:buNone/>
            </a:pPr>
            <a:r>
              <a:rPr lang="en" sz="1752">
                <a:solidFill>
                  <a:schemeClr val="dk1"/>
                </a:solidFill>
              </a:rPr>
              <a:t>    Deliver a solution aligned with real program needs</a:t>
            </a:r>
            <a:endParaRPr sz="1752">
              <a:solidFill>
                <a:schemeClr val="dk1"/>
              </a:solidFill>
            </a:endParaRPr>
          </a:p>
        </p:txBody>
      </p:sp>
      <p:sp>
        <p:nvSpPr>
          <p:cNvPr id="486" name="Google Shape;486;p80"/>
          <p:cNvSpPr/>
          <p:nvPr/>
        </p:nvSpPr>
        <p:spPr>
          <a:xfrm>
            <a:off x="6637453" y="3504150"/>
            <a:ext cx="334800" cy="278400"/>
          </a:xfrm>
          <a:prstGeom prst="rtTriangle">
            <a:avLst/>
          </a:prstGeom>
          <a:solidFill>
            <a:srgbClr val="F6B26B"/>
          </a:solidFill>
          <a:ln w="7950" cap="flat" cmpd="sng">
            <a:solidFill>
              <a:srgbClr val="F6B26B"/>
            </a:solidFill>
            <a:prstDash val="solid"/>
            <a:round/>
            <a:headEnd type="none" w="sm" len="sm"/>
            <a:tailEnd type="none" w="sm" len="sm"/>
          </a:ln>
        </p:spPr>
        <p:txBody>
          <a:bodyPr spcFirstLastPara="1" wrap="square" lIns="76300" tIns="76300" rIns="76300" bIns="76300" anchor="ctr" anchorCtr="0">
            <a:noAutofit/>
          </a:bodyPr>
          <a:lstStyle/>
          <a:p>
            <a:pPr marL="0" lvl="0" indent="0" algn="ctr" rtl="0">
              <a:spcBef>
                <a:spcPts val="0"/>
              </a:spcBef>
              <a:spcAft>
                <a:spcPts val="0"/>
              </a:spcAft>
              <a:buNone/>
            </a:pPr>
            <a:endParaRPr sz="1168"/>
          </a:p>
        </p:txBody>
      </p:sp>
      <p:sp>
        <p:nvSpPr>
          <p:cNvPr id="487" name="Google Shape;487;p80"/>
          <p:cNvSpPr/>
          <p:nvPr/>
        </p:nvSpPr>
        <p:spPr>
          <a:xfrm rot="10800000" flipH="1">
            <a:off x="6624725" y="3226145"/>
            <a:ext cx="345600" cy="267900"/>
          </a:xfrm>
          <a:prstGeom prst="rtTriangle">
            <a:avLst/>
          </a:prstGeom>
          <a:solidFill>
            <a:srgbClr val="F6B26B"/>
          </a:solidFill>
          <a:ln w="9525" cap="flat" cmpd="sng">
            <a:solidFill>
              <a:srgbClr val="F6B2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 name="Google Shape;488;p80"/>
          <p:cNvSpPr/>
          <p:nvPr/>
        </p:nvSpPr>
        <p:spPr>
          <a:xfrm>
            <a:off x="542850" y="3226073"/>
            <a:ext cx="565500" cy="557400"/>
          </a:xfrm>
          <a:prstGeom prst="ellipse">
            <a:avLst/>
          </a:prstGeom>
          <a:solidFill>
            <a:srgbClr val="E69138"/>
          </a:solidFill>
          <a:ln w="952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 name="Google Shape;489;p80"/>
          <p:cNvSpPr/>
          <p:nvPr/>
        </p:nvSpPr>
        <p:spPr>
          <a:xfrm>
            <a:off x="879563" y="3874724"/>
            <a:ext cx="5763000" cy="557400"/>
          </a:xfrm>
          <a:prstGeom prst="rect">
            <a:avLst/>
          </a:prstGeom>
          <a:solidFill>
            <a:srgbClr val="6AA84F"/>
          </a:solidFill>
          <a:ln w="7950" cap="flat" cmpd="sng">
            <a:solidFill>
              <a:srgbClr val="6AA84F"/>
            </a:solidFill>
            <a:prstDash val="solid"/>
            <a:round/>
            <a:headEnd type="none" w="sm" len="sm"/>
            <a:tailEnd type="none" w="sm" len="sm"/>
          </a:ln>
        </p:spPr>
        <p:txBody>
          <a:bodyPr spcFirstLastPara="1" wrap="square" lIns="76300" tIns="76300" rIns="76300" bIns="76300" anchor="ctr" anchorCtr="0">
            <a:noAutofit/>
          </a:bodyPr>
          <a:lstStyle/>
          <a:p>
            <a:pPr marL="0" lvl="0" indent="0" algn="l" rtl="0">
              <a:lnSpc>
                <a:spcPct val="115000"/>
              </a:lnSpc>
              <a:spcBef>
                <a:spcPts val="1200"/>
              </a:spcBef>
              <a:spcAft>
                <a:spcPts val="1200"/>
              </a:spcAft>
              <a:buNone/>
            </a:pPr>
            <a:r>
              <a:rPr lang="en" sz="1752">
                <a:solidFill>
                  <a:schemeClr val="dk1"/>
                </a:solidFill>
              </a:rPr>
              <a:t>    </a:t>
            </a:r>
            <a:r>
              <a:rPr lang="en" sz="1552">
                <a:solidFill>
                  <a:schemeClr val="dk1"/>
                </a:solidFill>
              </a:rPr>
              <a:t>Support long-term program impact &amp; participant outcomes</a:t>
            </a:r>
            <a:endParaRPr sz="1552">
              <a:solidFill>
                <a:schemeClr val="dk1"/>
              </a:solidFill>
            </a:endParaRPr>
          </a:p>
        </p:txBody>
      </p:sp>
      <p:sp>
        <p:nvSpPr>
          <p:cNvPr id="490" name="Google Shape;490;p80"/>
          <p:cNvSpPr/>
          <p:nvPr/>
        </p:nvSpPr>
        <p:spPr>
          <a:xfrm>
            <a:off x="6642767" y="4153503"/>
            <a:ext cx="334800" cy="278400"/>
          </a:xfrm>
          <a:prstGeom prst="rtTriangle">
            <a:avLst/>
          </a:prstGeom>
          <a:solidFill>
            <a:srgbClr val="6AA84F"/>
          </a:solidFill>
          <a:ln w="7950" cap="flat" cmpd="sng">
            <a:solidFill>
              <a:srgbClr val="6AA84F"/>
            </a:solidFill>
            <a:prstDash val="solid"/>
            <a:round/>
            <a:headEnd type="none" w="sm" len="sm"/>
            <a:tailEnd type="none" w="sm" len="sm"/>
          </a:ln>
        </p:spPr>
        <p:txBody>
          <a:bodyPr spcFirstLastPara="1" wrap="square" lIns="76300" tIns="76300" rIns="76300" bIns="76300" anchor="ctr" anchorCtr="0">
            <a:noAutofit/>
          </a:bodyPr>
          <a:lstStyle/>
          <a:p>
            <a:pPr marL="0" lvl="0" indent="0" algn="ctr" rtl="0">
              <a:spcBef>
                <a:spcPts val="0"/>
              </a:spcBef>
              <a:spcAft>
                <a:spcPts val="0"/>
              </a:spcAft>
              <a:buNone/>
            </a:pPr>
            <a:endParaRPr sz="1168"/>
          </a:p>
        </p:txBody>
      </p:sp>
      <p:sp>
        <p:nvSpPr>
          <p:cNvPr id="491" name="Google Shape;491;p80"/>
          <p:cNvSpPr/>
          <p:nvPr/>
        </p:nvSpPr>
        <p:spPr>
          <a:xfrm rot="10800000" flipH="1">
            <a:off x="6629863" y="3875549"/>
            <a:ext cx="345600" cy="267900"/>
          </a:xfrm>
          <a:prstGeom prst="rtTriangle">
            <a:avLst/>
          </a:prstGeom>
          <a:solidFill>
            <a:srgbClr val="6AA84F"/>
          </a:solid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 name="Google Shape;492;p80"/>
          <p:cNvSpPr/>
          <p:nvPr/>
        </p:nvSpPr>
        <p:spPr>
          <a:xfrm>
            <a:off x="541138" y="3875427"/>
            <a:ext cx="565500" cy="557400"/>
          </a:xfrm>
          <a:prstGeom prst="ellipse">
            <a:avLst/>
          </a:prstGeom>
          <a:solidFill>
            <a:srgbClr val="38761D"/>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93" name="Google Shape;493;p80"/>
          <p:cNvPicPr preferRelativeResize="0"/>
          <p:nvPr/>
        </p:nvPicPr>
        <p:blipFill>
          <a:blip r:embed="rId3">
            <a:alphaModFix/>
          </a:blip>
          <a:stretch>
            <a:fillRect/>
          </a:stretch>
        </p:blipFill>
        <p:spPr>
          <a:xfrm>
            <a:off x="651351" y="2032591"/>
            <a:ext cx="334800" cy="372173"/>
          </a:xfrm>
          <a:prstGeom prst="rect">
            <a:avLst/>
          </a:prstGeom>
          <a:noFill/>
          <a:ln>
            <a:noFill/>
          </a:ln>
        </p:spPr>
      </p:pic>
      <p:pic>
        <p:nvPicPr>
          <p:cNvPr id="494" name="Google Shape;494;p80"/>
          <p:cNvPicPr preferRelativeResize="0"/>
          <p:nvPr/>
        </p:nvPicPr>
        <p:blipFill>
          <a:blip r:embed="rId4">
            <a:alphaModFix/>
          </a:blip>
          <a:stretch>
            <a:fillRect/>
          </a:stretch>
        </p:blipFill>
        <p:spPr>
          <a:xfrm>
            <a:off x="639087" y="2679362"/>
            <a:ext cx="373050" cy="373050"/>
          </a:xfrm>
          <a:prstGeom prst="rect">
            <a:avLst/>
          </a:prstGeom>
          <a:noFill/>
          <a:ln>
            <a:noFill/>
          </a:ln>
        </p:spPr>
      </p:pic>
      <p:pic>
        <p:nvPicPr>
          <p:cNvPr id="495" name="Google Shape;495;p80"/>
          <p:cNvPicPr preferRelativeResize="0"/>
          <p:nvPr/>
        </p:nvPicPr>
        <p:blipFill>
          <a:blip r:embed="rId5">
            <a:alphaModFix/>
          </a:blip>
          <a:stretch>
            <a:fillRect/>
          </a:stretch>
        </p:blipFill>
        <p:spPr>
          <a:xfrm>
            <a:off x="660143" y="3971203"/>
            <a:ext cx="373050" cy="373050"/>
          </a:xfrm>
          <a:prstGeom prst="rect">
            <a:avLst/>
          </a:prstGeom>
          <a:noFill/>
          <a:ln>
            <a:noFill/>
          </a:ln>
        </p:spPr>
      </p:pic>
      <p:pic>
        <p:nvPicPr>
          <p:cNvPr id="496" name="Google Shape;496;p80"/>
          <p:cNvPicPr preferRelativeResize="0"/>
          <p:nvPr/>
        </p:nvPicPr>
        <p:blipFill>
          <a:blip r:embed="rId6">
            <a:alphaModFix/>
          </a:blip>
          <a:stretch>
            <a:fillRect/>
          </a:stretch>
        </p:blipFill>
        <p:spPr>
          <a:xfrm>
            <a:off x="645950" y="3315175"/>
            <a:ext cx="387250" cy="430486"/>
          </a:xfrm>
          <a:prstGeom prst="rect">
            <a:avLst/>
          </a:prstGeom>
          <a:noFill/>
          <a:ln>
            <a:noFill/>
          </a:ln>
        </p:spPr>
      </p:pic>
      <p:pic>
        <p:nvPicPr>
          <p:cNvPr id="497" name="Google Shape;497;p80"/>
          <p:cNvPicPr preferRelativeResize="0"/>
          <p:nvPr/>
        </p:nvPicPr>
        <p:blipFill>
          <a:blip r:embed="rId7">
            <a:alphaModFix/>
          </a:blip>
          <a:stretch>
            <a:fillRect/>
          </a:stretch>
        </p:blipFill>
        <p:spPr>
          <a:xfrm>
            <a:off x="653076" y="1384431"/>
            <a:ext cx="334800" cy="3721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81"/>
          <p:cNvSpPr txBox="1">
            <a:spLocks noGrp="1"/>
          </p:cNvSpPr>
          <p:nvPr>
            <p:ph type="body" idx="3"/>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r>
              <a:rPr lang="en"/>
              <a:t>UNC School of Data Science &amp; Society</a:t>
            </a:r>
            <a:endParaRPr/>
          </a:p>
        </p:txBody>
      </p:sp>
      <p:sp>
        <p:nvSpPr>
          <p:cNvPr id="503" name="Google Shape;503;p81"/>
          <p:cNvSpPr txBox="1">
            <a:spLocks noGrp="1"/>
          </p:cNvSpPr>
          <p:nvPr>
            <p:ph type="title"/>
          </p:nvPr>
        </p:nvSpPr>
        <p:spPr>
          <a:xfrm>
            <a:off x="457200" y="149345"/>
            <a:ext cx="2031000" cy="3732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sz="1400"/>
              <a:t>Stakeholders</a:t>
            </a:r>
            <a:endParaRPr sz="1400"/>
          </a:p>
        </p:txBody>
      </p:sp>
      <p:sp>
        <p:nvSpPr>
          <p:cNvPr id="504" name="Google Shape;504;p81"/>
          <p:cNvSpPr txBox="1">
            <a:spLocks noGrp="1"/>
          </p:cNvSpPr>
          <p:nvPr>
            <p:ph type="title"/>
          </p:nvPr>
        </p:nvSpPr>
        <p:spPr>
          <a:xfrm>
            <a:off x="464400" y="431316"/>
            <a:ext cx="6271500" cy="4800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a:t>Who Relies on the Data?</a:t>
            </a:r>
            <a:endParaRPr/>
          </a:p>
        </p:txBody>
      </p:sp>
      <p:sp>
        <p:nvSpPr>
          <p:cNvPr id="505" name="Google Shape;505;p81"/>
          <p:cNvSpPr/>
          <p:nvPr/>
        </p:nvSpPr>
        <p:spPr>
          <a:xfrm>
            <a:off x="1881275" y="1268700"/>
            <a:ext cx="2802900" cy="12201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13284B"/>
                </a:solidFill>
              </a:rPr>
              <a:t>UNC School of Social Work</a:t>
            </a:r>
            <a:endParaRPr sz="1600" b="1">
              <a:solidFill>
                <a:srgbClr val="13284B"/>
              </a:solidFill>
            </a:endParaRPr>
          </a:p>
        </p:txBody>
      </p:sp>
      <p:sp>
        <p:nvSpPr>
          <p:cNvPr id="506" name="Google Shape;506;p81"/>
          <p:cNvSpPr/>
          <p:nvPr/>
        </p:nvSpPr>
        <p:spPr>
          <a:xfrm>
            <a:off x="4932500" y="1268700"/>
            <a:ext cx="2961000" cy="12201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13284B"/>
                </a:solidFill>
              </a:rPr>
              <a:t>NCCPSS Program Staff</a:t>
            </a:r>
            <a:endParaRPr sz="1600" b="1">
              <a:solidFill>
                <a:srgbClr val="13284B"/>
              </a:solidFill>
            </a:endParaRPr>
          </a:p>
        </p:txBody>
      </p:sp>
      <p:sp>
        <p:nvSpPr>
          <p:cNvPr id="507" name="Google Shape;507;p81"/>
          <p:cNvSpPr/>
          <p:nvPr/>
        </p:nvSpPr>
        <p:spPr>
          <a:xfrm>
            <a:off x="5988875" y="2654713"/>
            <a:ext cx="1904700" cy="12201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13284B"/>
                </a:solidFill>
              </a:rPr>
              <a:t>NCDHHS</a:t>
            </a:r>
            <a:endParaRPr sz="1600" b="1">
              <a:solidFill>
                <a:srgbClr val="13284B"/>
              </a:solidFill>
            </a:endParaRPr>
          </a:p>
        </p:txBody>
      </p:sp>
      <p:sp>
        <p:nvSpPr>
          <p:cNvPr id="508" name="Google Shape;508;p81"/>
          <p:cNvSpPr/>
          <p:nvPr/>
        </p:nvSpPr>
        <p:spPr>
          <a:xfrm>
            <a:off x="3935075" y="2654713"/>
            <a:ext cx="1858500" cy="12201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13284B"/>
                </a:solidFill>
              </a:rPr>
              <a:t>Certified Peer Support Specialists</a:t>
            </a:r>
            <a:endParaRPr sz="1600" b="1">
              <a:solidFill>
                <a:srgbClr val="13284B"/>
              </a:solidFill>
            </a:endParaRPr>
          </a:p>
        </p:txBody>
      </p:sp>
      <p:sp>
        <p:nvSpPr>
          <p:cNvPr id="509" name="Google Shape;509;p81"/>
          <p:cNvSpPr/>
          <p:nvPr/>
        </p:nvSpPr>
        <p:spPr>
          <a:xfrm>
            <a:off x="1881275" y="2654713"/>
            <a:ext cx="1904700" cy="12201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rgbClr val="13284B"/>
                </a:solidFill>
              </a:rPr>
              <a:t>Program Partners, Sponsors, &amp; Trainers</a:t>
            </a:r>
            <a:endParaRPr sz="1600" b="1">
              <a:solidFill>
                <a:srgbClr val="13284B"/>
              </a:solidFill>
            </a:endParaRPr>
          </a:p>
        </p:txBody>
      </p:sp>
      <p:sp>
        <p:nvSpPr>
          <p:cNvPr id="510" name="Google Shape;510;p81"/>
          <p:cNvSpPr txBox="1"/>
          <p:nvPr/>
        </p:nvSpPr>
        <p:spPr>
          <a:xfrm>
            <a:off x="542925" y="1617150"/>
            <a:ext cx="1342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accent2"/>
                </a:solidFill>
              </a:rPr>
              <a:t>Primary Project Stakeholders</a:t>
            </a:r>
            <a:endParaRPr sz="1200" b="1">
              <a:solidFill>
                <a:schemeClr val="accent2"/>
              </a:solidFill>
            </a:endParaRPr>
          </a:p>
        </p:txBody>
      </p:sp>
      <p:sp>
        <p:nvSpPr>
          <p:cNvPr id="511" name="Google Shape;511;p81"/>
          <p:cNvSpPr txBox="1"/>
          <p:nvPr/>
        </p:nvSpPr>
        <p:spPr>
          <a:xfrm>
            <a:off x="542925" y="2987725"/>
            <a:ext cx="1342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accent2"/>
                </a:solidFill>
              </a:rPr>
              <a:t>Secondary Stakeholders</a:t>
            </a:r>
            <a:endParaRPr sz="1200" b="1">
              <a:solidFill>
                <a:schemeClr val="accent2"/>
              </a:solidFill>
            </a:endParaRPr>
          </a:p>
        </p:txBody>
      </p:sp>
      <p:sp>
        <p:nvSpPr>
          <p:cNvPr id="512" name="Google Shape;512;p8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82"/>
          <p:cNvSpPr txBox="1">
            <a:spLocks noGrp="1"/>
          </p:cNvSpPr>
          <p:nvPr>
            <p:ph type="title"/>
          </p:nvPr>
        </p:nvSpPr>
        <p:spPr>
          <a:xfrm>
            <a:off x="457200" y="409575"/>
            <a:ext cx="62715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Technology Stack</a:t>
            </a:r>
            <a:endParaRPr/>
          </a:p>
        </p:txBody>
      </p:sp>
      <p:sp>
        <p:nvSpPr>
          <p:cNvPr id="518" name="Google Shape;518;p82"/>
          <p:cNvSpPr txBox="1">
            <a:spLocks noGrp="1"/>
          </p:cNvSpPr>
          <p:nvPr>
            <p:ph type="body" idx="2"/>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r>
              <a:rPr lang="en"/>
              <a:t>UNC School of Data Science &amp; Society</a:t>
            </a:r>
            <a:endParaRPr/>
          </a:p>
        </p:txBody>
      </p:sp>
      <p:pic>
        <p:nvPicPr>
          <p:cNvPr id="519" name="Google Shape;519;p82"/>
          <p:cNvPicPr preferRelativeResize="0"/>
          <p:nvPr/>
        </p:nvPicPr>
        <p:blipFill>
          <a:blip r:embed="rId3">
            <a:alphaModFix/>
          </a:blip>
          <a:stretch>
            <a:fillRect/>
          </a:stretch>
        </p:blipFill>
        <p:spPr>
          <a:xfrm>
            <a:off x="152400" y="889575"/>
            <a:ext cx="7038049" cy="3749273"/>
          </a:xfrm>
          <a:prstGeom prst="rect">
            <a:avLst/>
          </a:prstGeom>
          <a:noFill/>
          <a:ln>
            <a:noFill/>
          </a:ln>
        </p:spPr>
      </p:pic>
      <p:sp>
        <p:nvSpPr>
          <p:cNvPr id="520" name="Google Shape;520;p82"/>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83"/>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
              <a:t>7</a:t>
            </a:fld>
            <a:endParaRPr/>
          </a:p>
        </p:txBody>
      </p:sp>
      <p:sp>
        <p:nvSpPr>
          <p:cNvPr id="526" name="Google Shape;526;p83"/>
          <p:cNvSpPr txBox="1">
            <a:spLocks noGrp="1"/>
          </p:cNvSpPr>
          <p:nvPr>
            <p:ph type="title"/>
          </p:nvPr>
        </p:nvSpPr>
        <p:spPr>
          <a:xfrm>
            <a:off x="457200" y="160125"/>
            <a:ext cx="1007700" cy="4194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sz="1400"/>
              <a:t>Data Flow</a:t>
            </a:r>
            <a:endParaRPr sz="1400"/>
          </a:p>
        </p:txBody>
      </p:sp>
      <p:sp>
        <p:nvSpPr>
          <p:cNvPr id="527" name="Google Shape;527;p83"/>
          <p:cNvSpPr txBox="1">
            <a:spLocks noGrp="1"/>
          </p:cNvSpPr>
          <p:nvPr>
            <p:ph type="body" idx="3"/>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r>
              <a:rPr lang="en"/>
              <a:t>UNC School of Data Science &amp; Society</a:t>
            </a:r>
            <a:endParaRPr/>
          </a:p>
        </p:txBody>
      </p:sp>
      <p:sp>
        <p:nvSpPr>
          <p:cNvPr id="528" name="Google Shape;528;p83"/>
          <p:cNvSpPr txBox="1">
            <a:spLocks noGrp="1"/>
          </p:cNvSpPr>
          <p:nvPr>
            <p:ph type="title"/>
          </p:nvPr>
        </p:nvSpPr>
        <p:spPr>
          <a:xfrm>
            <a:off x="457200" y="497525"/>
            <a:ext cx="6653400" cy="4194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a:t>Medallion Architecture in Microsoft Fabric</a:t>
            </a:r>
            <a:endParaRPr/>
          </a:p>
        </p:txBody>
      </p:sp>
      <p:pic>
        <p:nvPicPr>
          <p:cNvPr id="529" name="Google Shape;529;p83"/>
          <p:cNvPicPr preferRelativeResize="0"/>
          <p:nvPr/>
        </p:nvPicPr>
        <p:blipFill>
          <a:blip r:embed="rId3">
            <a:alphaModFix/>
          </a:blip>
          <a:stretch>
            <a:fillRect/>
          </a:stretch>
        </p:blipFill>
        <p:spPr>
          <a:xfrm>
            <a:off x="728924" y="1234049"/>
            <a:ext cx="7583176" cy="3105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84"/>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
                <a:solidFill>
                  <a:schemeClr val="dk1"/>
                </a:solidFill>
              </a:rPr>
              <a:t>8</a:t>
            </a:fld>
            <a:endParaRPr>
              <a:solidFill>
                <a:schemeClr val="dk1"/>
              </a:solidFill>
            </a:endParaRPr>
          </a:p>
        </p:txBody>
      </p:sp>
      <p:sp>
        <p:nvSpPr>
          <p:cNvPr id="535" name="Google Shape;535;p84"/>
          <p:cNvSpPr txBox="1">
            <a:spLocks noGrp="1"/>
          </p:cNvSpPr>
          <p:nvPr>
            <p:ph type="title"/>
          </p:nvPr>
        </p:nvSpPr>
        <p:spPr>
          <a:xfrm>
            <a:off x="457200" y="429700"/>
            <a:ext cx="7539300" cy="4800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a:t>Proposed Data Structure</a:t>
            </a:r>
            <a:endParaRPr/>
          </a:p>
        </p:txBody>
      </p:sp>
      <p:sp>
        <p:nvSpPr>
          <p:cNvPr id="536" name="Google Shape;536;p84"/>
          <p:cNvSpPr txBox="1">
            <a:spLocks noGrp="1"/>
          </p:cNvSpPr>
          <p:nvPr>
            <p:ph type="body" idx="4294967295"/>
          </p:nvPr>
        </p:nvSpPr>
        <p:spPr>
          <a:xfrm>
            <a:off x="457200" y="4791246"/>
            <a:ext cx="6181200" cy="184800"/>
          </a:xfrm>
          <a:prstGeom prst="rect">
            <a:avLst/>
          </a:prstGeom>
          <a:noFill/>
          <a:ln>
            <a:noFill/>
          </a:ln>
        </p:spPr>
        <p:txBody>
          <a:bodyPr spcFirstLastPara="1" wrap="square" lIns="68575" tIns="34275" rIns="68575" bIns="34275" anchor="t" anchorCtr="0">
            <a:normAutofit lnSpcReduction="10000"/>
          </a:bodyPr>
          <a:lstStyle/>
          <a:p>
            <a:pPr marL="0" lvl="0" indent="0" algn="l" rtl="0">
              <a:lnSpc>
                <a:spcPct val="100000"/>
              </a:lnSpc>
              <a:spcBef>
                <a:spcPts val="0"/>
              </a:spcBef>
              <a:spcAft>
                <a:spcPts val="0"/>
              </a:spcAft>
              <a:buClr>
                <a:schemeClr val="dk1"/>
              </a:buClr>
              <a:buSzPts val="800"/>
              <a:buFont typeface="Arial"/>
              <a:buNone/>
            </a:pPr>
            <a:r>
              <a:rPr lang="en" sz="800"/>
              <a:t>UNC School of Data Science &amp; Society</a:t>
            </a:r>
            <a:endParaRPr sz="800"/>
          </a:p>
        </p:txBody>
      </p:sp>
      <p:grpSp>
        <p:nvGrpSpPr>
          <p:cNvPr id="537" name="Google Shape;537;p84"/>
          <p:cNvGrpSpPr/>
          <p:nvPr/>
        </p:nvGrpSpPr>
        <p:grpSpPr>
          <a:xfrm>
            <a:off x="206165" y="1241930"/>
            <a:ext cx="8731650" cy="3121836"/>
            <a:chOff x="542915" y="1224180"/>
            <a:chExt cx="8731650" cy="3121836"/>
          </a:xfrm>
        </p:grpSpPr>
        <p:grpSp>
          <p:nvGrpSpPr>
            <p:cNvPr id="538" name="Google Shape;538;p84"/>
            <p:cNvGrpSpPr/>
            <p:nvPr/>
          </p:nvGrpSpPr>
          <p:grpSpPr>
            <a:xfrm>
              <a:off x="542915" y="1224180"/>
              <a:ext cx="6525657" cy="3121836"/>
              <a:chOff x="542915" y="1224180"/>
              <a:chExt cx="6525657" cy="3121836"/>
            </a:xfrm>
          </p:grpSpPr>
          <p:grpSp>
            <p:nvGrpSpPr>
              <p:cNvPr id="539" name="Google Shape;539;p84"/>
              <p:cNvGrpSpPr/>
              <p:nvPr/>
            </p:nvGrpSpPr>
            <p:grpSpPr>
              <a:xfrm>
                <a:off x="542915" y="1224180"/>
                <a:ext cx="6525657" cy="3121836"/>
                <a:chOff x="1136720" y="1191750"/>
                <a:chExt cx="6870559" cy="2760000"/>
              </a:xfrm>
            </p:grpSpPr>
            <p:sp>
              <p:nvSpPr>
                <p:cNvPr id="540" name="Google Shape;540;p84"/>
                <p:cNvSpPr/>
                <p:nvPr/>
              </p:nvSpPr>
              <p:spPr>
                <a:xfrm>
                  <a:off x="3454655" y="1191750"/>
                  <a:ext cx="2234700" cy="2760000"/>
                </a:xfrm>
                <a:prstGeom prst="roundRect">
                  <a:avLst>
                    <a:gd name="adj" fmla="val 9914"/>
                  </a:avLst>
                </a:prstGeom>
                <a:solidFill>
                  <a:srgbClr val="DCFF84"/>
                </a:solidFill>
                <a:ln w="10775" cap="flat" cmpd="sng">
                  <a:solidFill>
                    <a:srgbClr val="EFEFEF"/>
                  </a:solidFill>
                  <a:prstDash val="solid"/>
                  <a:round/>
                  <a:headEnd type="none" w="sm" len="sm"/>
                  <a:tailEnd type="none" w="sm" len="sm"/>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sp>
              <p:nvSpPr>
                <p:cNvPr id="541" name="Google Shape;541;p84"/>
                <p:cNvSpPr txBox="1"/>
                <p:nvPr/>
              </p:nvSpPr>
              <p:spPr>
                <a:xfrm>
                  <a:off x="3575255" y="2278150"/>
                  <a:ext cx="1993500" cy="13485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 sz="1810" b="1">
                      <a:latin typeface="Rammetto One"/>
                      <a:ea typeface="Rammetto One"/>
                      <a:cs typeface="Rammetto One"/>
                      <a:sym typeface="Rammetto One"/>
                    </a:rPr>
                    <a:t>Certification Event</a:t>
                  </a:r>
                  <a:endParaRPr sz="1810" b="1">
                    <a:latin typeface="Rammetto One"/>
                    <a:ea typeface="Rammetto One"/>
                    <a:cs typeface="Rammetto One"/>
                    <a:sym typeface="Rammetto One"/>
                  </a:endParaRPr>
                </a:p>
                <a:p>
                  <a:pPr marL="0" lvl="0" indent="0" algn="ctr" rtl="0">
                    <a:lnSpc>
                      <a:spcPct val="90000"/>
                    </a:lnSpc>
                    <a:spcBef>
                      <a:spcPts val="0"/>
                    </a:spcBef>
                    <a:spcAft>
                      <a:spcPts val="0"/>
                    </a:spcAft>
                    <a:buNone/>
                  </a:pPr>
                  <a:endParaRPr sz="1810" b="1">
                    <a:latin typeface="Rammetto One"/>
                    <a:ea typeface="Rammetto One"/>
                    <a:cs typeface="Rammetto One"/>
                    <a:sym typeface="Rammetto One"/>
                  </a:endParaRPr>
                </a:p>
                <a:p>
                  <a:pPr marL="0" lvl="0" indent="0" algn="ctr" rtl="0">
                    <a:spcBef>
                      <a:spcPts val="0"/>
                    </a:spcBef>
                    <a:spcAft>
                      <a:spcPts val="0"/>
                    </a:spcAft>
                    <a:buNone/>
                  </a:pPr>
                  <a:r>
                    <a:rPr lang="en" sz="1131">
                      <a:latin typeface="Karla"/>
                      <a:ea typeface="Karla"/>
                      <a:cs typeface="Karla"/>
                      <a:sym typeface="Karla"/>
                    </a:rPr>
                    <a:t>One row per certification/recertification</a:t>
                  </a:r>
                  <a:endParaRPr sz="1131">
                    <a:latin typeface="Karla"/>
                    <a:ea typeface="Karla"/>
                    <a:cs typeface="Karla"/>
                    <a:sym typeface="Karla"/>
                  </a:endParaRPr>
                </a:p>
                <a:p>
                  <a:pPr marL="0" lvl="0" indent="0" algn="ctr" rtl="0">
                    <a:lnSpc>
                      <a:spcPct val="90000"/>
                    </a:lnSpc>
                    <a:spcBef>
                      <a:spcPts val="0"/>
                    </a:spcBef>
                    <a:spcAft>
                      <a:spcPts val="0"/>
                    </a:spcAft>
                    <a:buNone/>
                  </a:pPr>
                  <a:endParaRPr sz="1131" b="1">
                    <a:latin typeface="Karla"/>
                    <a:ea typeface="Karla"/>
                    <a:cs typeface="Karla"/>
                    <a:sym typeface="Karla"/>
                  </a:endParaRPr>
                </a:p>
              </p:txBody>
            </p:sp>
            <p:sp>
              <p:nvSpPr>
                <p:cNvPr id="542" name="Google Shape;542;p84"/>
                <p:cNvSpPr/>
                <p:nvPr/>
              </p:nvSpPr>
              <p:spPr>
                <a:xfrm>
                  <a:off x="4216344" y="1438055"/>
                  <a:ext cx="711300" cy="612900"/>
                </a:xfrm>
                <a:prstGeom prst="roundRect">
                  <a:avLst>
                    <a:gd name="adj" fmla="val 25296"/>
                  </a:avLst>
                </a:prstGeom>
                <a:solidFill>
                  <a:srgbClr val="FFFFFF"/>
                </a:solidFill>
                <a:ln>
                  <a:noFill/>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sp>
              <p:nvSpPr>
                <p:cNvPr id="543" name="Google Shape;543;p84"/>
                <p:cNvSpPr/>
                <p:nvPr/>
              </p:nvSpPr>
              <p:spPr>
                <a:xfrm>
                  <a:off x="1136720" y="1191750"/>
                  <a:ext cx="2234700" cy="2760000"/>
                </a:xfrm>
                <a:prstGeom prst="roundRect">
                  <a:avLst>
                    <a:gd name="adj" fmla="val 9914"/>
                  </a:avLst>
                </a:prstGeom>
                <a:solidFill>
                  <a:srgbClr val="D6E2F6"/>
                </a:solidFill>
                <a:ln w="10775" cap="flat" cmpd="sng">
                  <a:solidFill>
                    <a:srgbClr val="EFEFEF"/>
                  </a:solidFill>
                  <a:prstDash val="solid"/>
                  <a:round/>
                  <a:headEnd type="none" w="sm" len="sm"/>
                  <a:tailEnd type="none" w="sm" len="sm"/>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sp>
              <p:nvSpPr>
                <p:cNvPr id="544" name="Google Shape;544;p84"/>
                <p:cNvSpPr/>
                <p:nvPr/>
              </p:nvSpPr>
              <p:spPr>
                <a:xfrm>
                  <a:off x="1898461" y="1454786"/>
                  <a:ext cx="711300" cy="612900"/>
                </a:xfrm>
                <a:prstGeom prst="roundRect">
                  <a:avLst>
                    <a:gd name="adj" fmla="val 25296"/>
                  </a:avLst>
                </a:prstGeom>
                <a:solidFill>
                  <a:srgbClr val="FFFFFF"/>
                </a:solidFill>
                <a:ln>
                  <a:noFill/>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pic>
              <p:nvPicPr>
                <p:cNvPr id="545" name="Google Shape;545;p84" descr="Icon of two people."/>
                <p:cNvPicPr preferRelativeResize="0"/>
                <p:nvPr/>
              </p:nvPicPr>
              <p:blipFill rotWithShape="1">
                <a:blip r:embed="rId3">
                  <a:alphaModFix/>
                </a:blip>
                <a:srcRect/>
                <a:stretch/>
              </p:blipFill>
              <p:spPr>
                <a:xfrm>
                  <a:off x="2041906" y="1583037"/>
                  <a:ext cx="424428" cy="356398"/>
                </a:xfrm>
                <a:prstGeom prst="rect">
                  <a:avLst/>
                </a:prstGeom>
                <a:noFill/>
                <a:ln>
                  <a:noFill/>
                </a:ln>
              </p:spPr>
            </p:pic>
            <p:sp>
              <p:nvSpPr>
                <p:cNvPr id="546" name="Google Shape;546;p84"/>
                <p:cNvSpPr txBox="1"/>
                <p:nvPr/>
              </p:nvSpPr>
              <p:spPr>
                <a:xfrm>
                  <a:off x="1257325" y="2278150"/>
                  <a:ext cx="1993500" cy="13485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 sz="1810" b="1">
                      <a:latin typeface="Rammetto One"/>
                      <a:ea typeface="Rammetto One"/>
                      <a:cs typeface="Rammetto One"/>
                      <a:sym typeface="Rammetto One"/>
                    </a:rPr>
                    <a:t>Person</a:t>
                  </a:r>
                  <a:endParaRPr sz="1810" b="1">
                    <a:latin typeface="Rammetto One"/>
                    <a:ea typeface="Rammetto One"/>
                    <a:cs typeface="Rammetto One"/>
                    <a:sym typeface="Rammetto One"/>
                  </a:endParaRPr>
                </a:p>
                <a:p>
                  <a:pPr marL="0" lvl="0" indent="0" algn="ctr" rtl="0">
                    <a:lnSpc>
                      <a:spcPct val="90000"/>
                    </a:lnSpc>
                    <a:spcBef>
                      <a:spcPts val="0"/>
                    </a:spcBef>
                    <a:spcAft>
                      <a:spcPts val="0"/>
                    </a:spcAft>
                    <a:buNone/>
                  </a:pPr>
                  <a:endParaRPr sz="1810" b="1">
                    <a:latin typeface="Rammetto One"/>
                    <a:ea typeface="Rammetto One"/>
                    <a:cs typeface="Rammetto One"/>
                    <a:sym typeface="Rammetto One"/>
                  </a:endParaRPr>
                </a:p>
                <a:p>
                  <a:pPr marL="0" lvl="0" indent="0" algn="ctr" rtl="0">
                    <a:lnSpc>
                      <a:spcPct val="90000"/>
                    </a:lnSpc>
                    <a:spcBef>
                      <a:spcPts val="0"/>
                    </a:spcBef>
                    <a:spcAft>
                      <a:spcPts val="0"/>
                    </a:spcAft>
                    <a:buNone/>
                  </a:pPr>
                  <a:endParaRPr sz="1131">
                    <a:latin typeface="Karla"/>
                    <a:ea typeface="Karla"/>
                    <a:cs typeface="Karla"/>
                    <a:sym typeface="Karla"/>
                  </a:endParaRPr>
                </a:p>
                <a:p>
                  <a:pPr marL="0" lvl="0" indent="0" algn="ctr" rtl="0">
                    <a:lnSpc>
                      <a:spcPct val="90000"/>
                    </a:lnSpc>
                    <a:spcBef>
                      <a:spcPts val="0"/>
                    </a:spcBef>
                    <a:spcAft>
                      <a:spcPts val="0"/>
                    </a:spcAft>
                    <a:buNone/>
                  </a:pPr>
                  <a:endParaRPr sz="1131">
                    <a:latin typeface="Karla"/>
                    <a:ea typeface="Karla"/>
                    <a:cs typeface="Karla"/>
                    <a:sym typeface="Karla"/>
                  </a:endParaRPr>
                </a:p>
                <a:p>
                  <a:pPr marL="0" lvl="0" indent="0" algn="ctr" rtl="0">
                    <a:lnSpc>
                      <a:spcPct val="90000"/>
                    </a:lnSpc>
                    <a:spcBef>
                      <a:spcPts val="0"/>
                    </a:spcBef>
                    <a:spcAft>
                      <a:spcPts val="0"/>
                    </a:spcAft>
                    <a:buNone/>
                  </a:pPr>
                  <a:r>
                    <a:rPr lang="en" sz="1131">
                      <a:latin typeface="Karla"/>
                      <a:ea typeface="Karla"/>
                      <a:cs typeface="Karla"/>
                      <a:sym typeface="Karla"/>
                    </a:rPr>
                    <a:t>One row per peer with stable identity</a:t>
                  </a:r>
                  <a:endParaRPr sz="1131">
                    <a:latin typeface="Karla"/>
                    <a:ea typeface="Karla"/>
                    <a:cs typeface="Karla"/>
                    <a:sym typeface="Karla"/>
                  </a:endParaRPr>
                </a:p>
              </p:txBody>
            </p:sp>
            <p:sp>
              <p:nvSpPr>
                <p:cNvPr id="547" name="Google Shape;547;p84"/>
                <p:cNvSpPr/>
                <p:nvPr/>
              </p:nvSpPr>
              <p:spPr>
                <a:xfrm>
                  <a:off x="5772580" y="1191750"/>
                  <a:ext cx="2234700" cy="2760000"/>
                </a:xfrm>
                <a:prstGeom prst="roundRect">
                  <a:avLst>
                    <a:gd name="adj" fmla="val 9914"/>
                  </a:avLst>
                </a:prstGeom>
                <a:solidFill>
                  <a:srgbClr val="BDF6CF"/>
                </a:solidFill>
                <a:ln w="10775" cap="flat" cmpd="sng">
                  <a:solidFill>
                    <a:srgbClr val="EFEFEF"/>
                  </a:solidFill>
                  <a:prstDash val="solid"/>
                  <a:round/>
                  <a:headEnd type="none" w="sm" len="sm"/>
                  <a:tailEnd type="none" w="sm" len="sm"/>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sp>
              <p:nvSpPr>
                <p:cNvPr id="548" name="Google Shape;548;p84"/>
                <p:cNvSpPr/>
                <p:nvPr/>
              </p:nvSpPr>
              <p:spPr>
                <a:xfrm>
                  <a:off x="6536617" y="1454786"/>
                  <a:ext cx="711300" cy="612900"/>
                </a:xfrm>
                <a:prstGeom prst="roundRect">
                  <a:avLst>
                    <a:gd name="adj" fmla="val 25296"/>
                  </a:avLst>
                </a:prstGeom>
                <a:solidFill>
                  <a:srgbClr val="FFFFFF"/>
                </a:solidFill>
                <a:ln>
                  <a:noFill/>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sp>
              <p:nvSpPr>
                <p:cNvPr id="549" name="Google Shape;549;p84"/>
                <p:cNvSpPr txBox="1"/>
                <p:nvPr/>
              </p:nvSpPr>
              <p:spPr>
                <a:xfrm>
                  <a:off x="5893180" y="2278150"/>
                  <a:ext cx="1993500" cy="13485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 sz="1810" b="1">
                      <a:latin typeface="Rammetto One"/>
                      <a:ea typeface="Rammetto One"/>
                      <a:cs typeface="Rammetto One"/>
                      <a:sym typeface="Rammetto One"/>
                    </a:rPr>
                    <a:t>Employment Snapshot</a:t>
                  </a:r>
                  <a:endParaRPr sz="1810" b="1">
                    <a:latin typeface="Rammetto One"/>
                    <a:ea typeface="Rammetto One"/>
                    <a:cs typeface="Rammetto One"/>
                    <a:sym typeface="Rammetto One"/>
                  </a:endParaRPr>
                </a:p>
                <a:p>
                  <a:pPr marL="0" lvl="0" indent="0" algn="ctr" rtl="0">
                    <a:lnSpc>
                      <a:spcPct val="90000"/>
                    </a:lnSpc>
                    <a:spcBef>
                      <a:spcPts val="0"/>
                    </a:spcBef>
                    <a:spcAft>
                      <a:spcPts val="0"/>
                    </a:spcAft>
                    <a:buNone/>
                  </a:pPr>
                  <a:endParaRPr sz="1810" b="1">
                    <a:latin typeface="Rammetto One"/>
                    <a:ea typeface="Rammetto One"/>
                    <a:cs typeface="Rammetto One"/>
                    <a:sym typeface="Rammetto One"/>
                  </a:endParaRPr>
                </a:p>
                <a:p>
                  <a:pPr marL="0" lvl="0" indent="0" algn="ctr" rtl="0">
                    <a:spcBef>
                      <a:spcPts val="0"/>
                    </a:spcBef>
                    <a:spcAft>
                      <a:spcPts val="0"/>
                    </a:spcAft>
                    <a:buNone/>
                  </a:pPr>
                  <a:r>
                    <a:rPr lang="en" sz="1131">
                      <a:latin typeface="Karla"/>
                      <a:ea typeface="Karla"/>
                      <a:cs typeface="Karla"/>
                      <a:sym typeface="Karla"/>
                    </a:rPr>
                    <a:t>One row per time point capturing employment outcomes</a:t>
                  </a:r>
                  <a:endParaRPr sz="1131">
                    <a:latin typeface="Karla"/>
                    <a:ea typeface="Karla"/>
                    <a:cs typeface="Karla"/>
                    <a:sym typeface="Karla"/>
                  </a:endParaRPr>
                </a:p>
                <a:p>
                  <a:pPr marL="0" lvl="0" indent="0" algn="ctr" rtl="0">
                    <a:lnSpc>
                      <a:spcPct val="90000"/>
                    </a:lnSpc>
                    <a:spcBef>
                      <a:spcPts val="0"/>
                    </a:spcBef>
                    <a:spcAft>
                      <a:spcPts val="0"/>
                    </a:spcAft>
                    <a:buNone/>
                  </a:pPr>
                  <a:endParaRPr sz="1131" b="1">
                    <a:latin typeface="Karla"/>
                    <a:ea typeface="Karla"/>
                    <a:cs typeface="Karla"/>
                    <a:sym typeface="Karla"/>
                  </a:endParaRPr>
                </a:p>
              </p:txBody>
            </p:sp>
            <p:sp>
              <p:nvSpPr>
                <p:cNvPr id="550" name="Google Shape;550;p84" descr="Icon of a check mark."/>
                <p:cNvSpPr/>
                <p:nvPr/>
              </p:nvSpPr>
              <p:spPr>
                <a:xfrm>
                  <a:off x="4384187" y="1604631"/>
                  <a:ext cx="375618" cy="279749"/>
                </a:xfrm>
                <a:custGeom>
                  <a:avLst/>
                  <a:gdLst/>
                  <a:ahLst/>
                  <a:cxnLst/>
                  <a:rect l="l" t="t" r="r" b="b"/>
                  <a:pathLst>
                    <a:path w="209550" h="209550" extrusionOk="0">
                      <a:moveTo>
                        <a:pt x="151636" y="65871"/>
                      </a:moveTo>
                      <a:lnTo>
                        <a:pt x="89081" y="128427"/>
                      </a:lnTo>
                      <a:lnTo>
                        <a:pt x="57693" y="97038"/>
                      </a:lnTo>
                      <a:lnTo>
                        <a:pt x="46088" y="108643"/>
                      </a:lnTo>
                      <a:lnTo>
                        <a:pt x="89081" y="151636"/>
                      </a:lnTo>
                      <a:lnTo>
                        <a:pt x="163241" y="77587"/>
                      </a:lnTo>
                      <a:lnTo>
                        <a:pt x="151636" y="65871"/>
                      </a:lnTo>
                      <a:close/>
                      <a:moveTo>
                        <a:pt x="104775" y="16578"/>
                      </a:moveTo>
                      <a:lnTo>
                        <a:pt x="109306" y="16689"/>
                      </a:lnTo>
                      <a:lnTo>
                        <a:pt x="113838" y="16910"/>
                      </a:lnTo>
                      <a:lnTo>
                        <a:pt x="118259" y="17463"/>
                      </a:lnTo>
                      <a:lnTo>
                        <a:pt x="122569" y="18126"/>
                      </a:lnTo>
                      <a:lnTo>
                        <a:pt x="126769" y="19010"/>
                      </a:lnTo>
                      <a:lnTo>
                        <a:pt x="130858" y="20115"/>
                      </a:lnTo>
                      <a:lnTo>
                        <a:pt x="134948" y="21441"/>
                      </a:lnTo>
                      <a:lnTo>
                        <a:pt x="138926" y="22989"/>
                      </a:lnTo>
                      <a:lnTo>
                        <a:pt x="142795" y="24646"/>
                      </a:lnTo>
                      <a:lnTo>
                        <a:pt x="146552" y="26525"/>
                      </a:lnTo>
                      <a:lnTo>
                        <a:pt x="150200" y="28625"/>
                      </a:lnTo>
                      <a:lnTo>
                        <a:pt x="153847" y="30946"/>
                      </a:lnTo>
                      <a:lnTo>
                        <a:pt x="157384" y="33488"/>
                      </a:lnTo>
                      <a:lnTo>
                        <a:pt x="160810" y="36141"/>
                      </a:lnTo>
                      <a:lnTo>
                        <a:pt x="164125" y="39125"/>
                      </a:lnTo>
                      <a:lnTo>
                        <a:pt x="167331" y="42219"/>
                      </a:lnTo>
                      <a:lnTo>
                        <a:pt x="170425" y="45425"/>
                      </a:lnTo>
                      <a:lnTo>
                        <a:pt x="173409" y="48740"/>
                      </a:lnTo>
                      <a:lnTo>
                        <a:pt x="176062" y="52166"/>
                      </a:lnTo>
                      <a:lnTo>
                        <a:pt x="178604" y="55703"/>
                      </a:lnTo>
                      <a:lnTo>
                        <a:pt x="180925" y="59350"/>
                      </a:lnTo>
                      <a:lnTo>
                        <a:pt x="183025" y="62998"/>
                      </a:lnTo>
                      <a:lnTo>
                        <a:pt x="184904" y="66755"/>
                      </a:lnTo>
                      <a:lnTo>
                        <a:pt x="186561" y="70624"/>
                      </a:lnTo>
                      <a:lnTo>
                        <a:pt x="188109" y="74602"/>
                      </a:lnTo>
                      <a:lnTo>
                        <a:pt x="189435" y="78692"/>
                      </a:lnTo>
                      <a:lnTo>
                        <a:pt x="190540" y="82781"/>
                      </a:lnTo>
                      <a:lnTo>
                        <a:pt x="191424" y="86981"/>
                      </a:lnTo>
                      <a:lnTo>
                        <a:pt x="192088" y="91291"/>
                      </a:lnTo>
                      <a:lnTo>
                        <a:pt x="192640" y="95712"/>
                      </a:lnTo>
                      <a:lnTo>
                        <a:pt x="192861" y="100244"/>
                      </a:lnTo>
                      <a:lnTo>
                        <a:pt x="192972" y="104775"/>
                      </a:lnTo>
                      <a:lnTo>
                        <a:pt x="192861" y="109306"/>
                      </a:lnTo>
                      <a:lnTo>
                        <a:pt x="192640" y="113838"/>
                      </a:lnTo>
                      <a:lnTo>
                        <a:pt x="192088" y="118259"/>
                      </a:lnTo>
                      <a:lnTo>
                        <a:pt x="191424" y="122569"/>
                      </a:lnTo>
                      <a:lnTo>
                        <a:pt x="190540" y="126769"/>
                      </a:lnTo>
                      <a:lnTo>
                        <a:pt x="189435" y="130858"/>
                      </a:lnTo>
                      <a:lnTo>
                        <a:pt x="188109" y="134948"/>
                      </a:lnTo>
                      <a:lnTo>
                        <a:pt x="186561" y="138926"/>
                      </a:lnTo>
                      <a:lnTo>
                        <a:pt x="184904" y="142795"/>
                      </a:lnTo>
                      <a:lnTo>
                        <a:pt x="183025" y="146552"/>
                      </a:lnTo>
                      <a:lnTo>
                        <a:pt x="180925" y="150200"/>
                      </a:lnTo>
                      <a:lnTo>
                        <a:pt x="178604" y="153847"/>
                      </a:lnTo>
                      <a:lnTo>
                        <a:pt x="176062" y="157384"/>
                      </a:lnTo>
                      <a:lnTo>
                        <a:pt x="173409" y="160810"/>
                      </a:lnTo>
                      <a:lnTo>
                        <a:pt x="170425" y="164125"/>
                      </a:lnTo>
                      <a:lnTo>
                        <a:pt x="167331" y="167331"/>
                      </a:lnTo>
                      <a:lnTo>
                        <a:pt x="164125" y="170425"/>
                      </a:lnTo>
                      <a:lnTo>
                        <a:pt x="160810" y="173409"/>
                      </a:lnTo>
                      <a:lnTo>
                        <a:pt x="157384" y="176062"/>
                      </a:lnTo>
                      <a:lnTo>
                        <a:pt x="153847" y="178604"/>
                      </a:lnTo>
                      <a:lnTo>
                        <a:pt x="150200" y="180925"/>
                      </a:lnTo>
                      <a:lnTo>
                        <a:pt x="146552" y="183025"/>
                      </a:lnTo>
                      <a:lnTo>
                        <a:pt x="142795" y="184904"/>
                      </a:lnTo>
                      <a:lnTo>
                        <a:pt x="138926" y="186561"/>
                      </a:lnTo>
                      <a:lnTo>
                        <a:pt x="134948" y="188109"/>
                      </a:lnTo>
                      <a:lnTo>
                        <a:pt x="130858" y="189435"/>
                      </a:lnTo>
                      <a:lnTo>
                        <a:pt x="126769" y="190540"/>
                      </a:lnTo>
                      <a:lnTo>
                        <a:pt x="122569" y="191424"/>
                      </a:lnTo>
                      <a:lnTo>
                        <a:pt x="118259" y="192088"/>
                      </a:lnTo>
                      <a:lnTo>
                        <a:pt x="113838" y="192640"/>
                      </a:lnTo>
                      <a:lnTo>
                        <a:pt x="109306" y="192861"/>
                      </a:lnTo>
                      <a:lnTo>
                        <a:pt x="104775" y="192972"/>
                      </a:lnTo>
                      <a:lnTo>
                        <a:pt x="100244" y="192861"/>
                      </a:lnTo>
                      <a:lnTo>
                        <a:pt x="95712" y="192640"/>
                      </a:lnTo>
                      <a:lnTo>
                        <a:pt x="91291" y="192088"/>
                      </a:lnTo>
                      <a:lnTo>
                        <a:pt x="86981" y="191424"/>
                      </a:lnTo>
                      <a:lnTo>
                        <a:pt x="82781" y="190540"/>
                      </a:lnTo>
                      <a:lnTo>
                        <a:pt x="78692" y="189435"/>
                      </a:lnTo>
                      <a:lnTo>
                        <a:pt x="74602" y="188109"/>
                      </a:lnTo>
                      <a:lnTo>
                        <a:pt x="70624" y="186561"/>
                      </a:lnTo>
                      <a:lnTo>
                        <a:pt x="66755" y="184904"/>
                      </a:lnTo>
                      <a:lnTo>
                        <a:pt x="62998" y="183025"/>
                      </a:lnTo>
                      <a:lnTo>
                        <a:pt x="59350" y="180925"/>
                      </a:lnTo>
                      <a:lnTo>
                        <a:pt x="55703" y="178604"/>
                      </a:lnTo>
                      <a:lnTo>
                        <a:pt x="52166" y="176062"/>
                      </a:lnTo>
                      <a:lnTo>
                        <a:pt x="48740" y="173409"/>
                      </a:lnTo>
                      <a:lnTo>
                        <a:pt x="45425" y="170425"/>
                      </a:lnTo>
                      <a:lnTo>
                        <a:pt x="42219" y="167331"/>
                      </a:lnTo>
                      <a:lnTo>
                        <a:pt x="39125" y="164125"/>
                      </a:lnTo>
                      <a:lnTo>
                        <a:pt x="36141" y="160810"/>
                      </a:lnTo>
                      <a:lnTo>
                        <a:pt x="33488" y="157384"/>
                      </a:lnTo>
                      <a:lnTo>
                        <a:pt x="30946" y="153847"/>
                      </a:lnTo>
                      <a:lnTo>
                        <a:pt x="28625" y="150200"/>
                      </a:lnTo>
                      <a:lnTo>
                        <a:pt x="26525" y="146552"/>
                      </a:lnTo>
                      <a:lnTo>
                        <a:pt x="24646" y="142795"/>
                      </a:lnTo>
                      <a:lnTo>
                        <a:pt x="22989" y="138926"/>
                      </a:lnTo>
                      <a:lnTo>
                        <a:pt x="21441" y="134948"/>
                      </a:lnTo>
                      <a:lnTo>
                        <a:pt x="20115" y="130858"/>
                      </a:lnTo>
                      <a:lnTo>
                        <a:pt x="19010" y="126769"/>
                      </a:lnTo>
                      <a:lnTo>
                        <a:pt x="18126" y="122569"/>
                      </a:lnTo>
                      <a:lnTo>
                        <a:pt x="17463" y="118259"/>
                      </a:lnTo>
                      <a:lnTo>
                        <a:pt x="16910" y="113838"/>
                      </a:lnTo>
                      <a:lnTo>
                        <a:pt x="16689" y="109306"/>
                      </a:lnTo>
                      <a:lnTo>
                        <a:pt x="16578" y="104775"/>
                      </a:lnTo>
                      <a:lnTo>
                        <a:pt x="16689" y="100244"/>
                      </a:lnTo>
                      <a:lnTo>
                        <a:pt x="16910" y="95712"/>
                      </a:lnTo>
                      <a:lnTo>
                        <a:pt x="17463" y="91291"/>
                      </a:lnTo>
                      <a:lnTo>
                        <a:pt x="18126" y="86981"/>
                      </a:lnTo>
                      <a:lnTo>
                        <a:pt x="19010" y="82781"/>
                      </a:lnTo>
                      <a:lnTo>
                        <a:pt x="20115" y="78692"/>
                      </a:lnTo>
                      <a:lnTo>
                        <a:pt x="21441" y="74602"/>
                      </a:lnTo>
                      <a:lnTo>
                        <a:pt x="22989" y="70624"/>
                      </a:lnTo>
                      <a:lnTo>
                        <a:pt x="24646" y="66755"/>
                      </a:lnTo>
                      <a:lnTo>
                        <a:pt x="26525" y="62998"/>
                      </a:lnTo>
                      <a:lnTo>
                        <a:pt x="28625" y="59350"/>
                      </a:lnTo>
                      <a:lnTo>
                        <a:pt x="30946" y="55703"/>
                      </a:lnTo>
                      <a:lnTo>
                        <a:pt x="33488" y="52166"/>
                      </a:lnTo>
                      <a:lnTo>
                        <a:pt x="36141" y="48740"/>
                      </a:lnTo>
                      <a:lnTo>
                        <a:pt x="39125" y="45425"/>
                      </a:lnTo>
                      <a:lnTo>
                        <a:pt x="42219" y="42219"/>
                      </a:lnTo>
                      <a:lnTo>
                        <a:pt x="45425" y="39125"/>
                      </a:lnTo>
                      <a:lnTo>
                        <a:pt x="48740" y="36141"/>
                      </a:lnTo>
                      <a:lnTo>
                        <a:pt x="52166" y="33488"/>
                      </a:lnTo>
                      <a:lnTo>
                        <a:pt x="55703" y="30946"/>
                      </a:lnTo>
                      <a:lnTo>
                        <a:pt x="59350" y="28625"/>
                      </a:lnTo>
                      <a:lnTo>
                        <a:pt x="62998" y="26525"/>
                      </a:lnTo>
                      <a:lnTo>
                        <a:pt x="66755" y="24646"/>
                      </a:lnTo>
                      <a:lnTo>
                        <a:pt x="70624" y="22989"/>
                      </a:lnTo>
                      <a:lnTo>
                        <a:pt x="74602" y="21441"/>
                      </a:lnTo>
                      <a:lnTo>
                        <a:pt x="78692" y="20115"/>
                      </a:lnTo>
                      <a:lnTo>
                        <a:pt x="82781" y="19010"/>
                      </a:lnTo>
                      <a:lnTo>
                        <a:pt x="86981" y="18126"/>
                      </a:lnTo>
                      <a:lnTo>
                        <a:pt x="91291" y="17463"/>
                      </a:lnTo>
                      <a:lnTo>
                        <a:pt x="95712" y="16910"/>
                      </a:lnTo>
                      <a:lnTo>
                        <a:pt x="100244" y="16689"/>
                      </a:lnTo>
                      <a:lnTo>
                        <a:pt x="104775" y="16578"/>
                      </a:lnTo>
                      <a:close/>
                      <a:moveTo>
                        <a:pt x="104775" y="0"/>
                      </a:moveTo>
                      <a:lnTo>
                        <a:pt x="99359" y="111"/>
                      </a:lnTo>
                      <a:lnTo>
                        <a:pt x="94054" y="553"/>
                      </a:lnTo>
                      <a:lnTo>
                        <a:pt x="91402" y="774"/>
                      </a:lnTo>
                      <a:lnTo>
                        <a:pt x="88860" y="1216"/>
                      </a:lnTo>
                      <a:lnTo>
                        <a:pt x="86207" y="1547"/>
                      </a:lnTo>
                      <a:lnTo>
                        <a:pt x="83665" y="2100"/>
                      </a:lnTo>
                      <a:lnTo>
                        <a:pt x="81123" y="2653"/>
                      </a:lnTo>
                      <a:lnTo>
                        <a:pt x="78581" y="3205"/>
                      </a:lnTo>
                      <a:lnTo>
                        <a:pt x="76150" y="3868"/>
                      </a:lnTo>
                      <a:lnTo>
                        <a:pt x="73608" y="4642"/>
                      </a:lnTo>
                      <a:lnTo>
                        <a:pt x="71176" y="5416"/>
                      </a:lnTo>
                      <a:lnTo>
                        <a:pt x="68745" y="6300"/>
                      </a:lnTo>
                      <a:lnTo>
                        <a:pt x="66313" y="7294"/>
                      </a:lnTo>
                      <a:lnTo>
                        <a:pt x="63882" y="8289"/>
                      </a:lnTo>
                      <a:lnTo>
                        <a:pt x="59240" y="10389"/>
                      </a:lnTo>
                      <a:lnTo>
                        <a:pt x="54708" y="12710"/>
                      </a:lnTo>
                      <a:lnTo>
                        <a:pt x="50288" y="15252"/>
                      </a:lnTo>
                      <a:lnTo>
                        <a:pt x="45977" y="18015"/>
                      </a:lnTo>
                      <a:lnTo>
                        <a:pt x="41998" y="20889"/>
                      </a:lnTo>
                      <a:lnTo>
                        <a:pt x="38020" y="23983"/>
                      </a:lnTo>
                      <a:lnTo>
                        <a:pt x="34262" y="27188"/>
                      </a:lnTo>
                      <a:lnTo>
                        <a:pt x="30615" y="30615"/>
                      </a:lnTo>
                      <a:lnTo>
                        <a:pt x="27188" y="34262"/>
                      </a:lnTo>
                      <a:lnTo>
                        <a:pt x="23983" y="38020"/>
                      </a:lnTo>
                      <a:lnTo>
                        <a:pt x="20889" y="41998"/>
                      </a:lnTo>
                      <a:lnTo>
                        <a:pt x="18015" y="46088"/>
                      </a:lnTo>
                      <a:lnTo>
                        <a:pt x="15252" y="50288"/>
                      </a:lnTo>
                      <a:lnTo>
                        <a:pt x="12710" y="54708"/>
                      </a:lnTo>
                      <a:lnTo>
                        <a:pt x="10389" y="59240"/>
                      </a:lnTo>
                      <a:lnTo>
                        <a:pt x="8289" y="63882"/>
                      </a:lnTo>
                      <a:lnTo>
                        <a:pt x="7294" y="66313"/>
                      </a:lnTo>
                      <a:lnTo>
                        <a:pt x="6300" y="68745"/>
                      </a:lnTo>
                      <a:lnTo>
                        <a:pt x="5416" y="71176"/>
                      </a:lnTo>
                      <a:lnTo>
                        <a:pt x="4642" y="73608"/>
                      </a:lnTo>
                      <a:lnTo>
                        <a:pt x="3868" y="76150"/>
                      </a:lnTo>
                      <a:lnTo>
                        <a:pt x="3205" y="78692"/>
                      </a:lnTo>
                      <a:lnTo>
                        <a:pt x="2653" y="81123"/>
                      </a:lnTo>
                      <a:lnTo>
                        <a:pt x="2100" y="83665"/>
                      </a:lnTo>
                      <a:lnTo>
                        <a:pt x="1547" y="86318"/>
                      </a:lnTo>
                      <a:lnTo>
                        <a:pt x="1216" y="88860"/>
                      </a:lnTo>
                      <a:lnTo>
                        <a:pt x="774" y="91512"/>
                      </a:lnTo>
                      <a:lnTo>
                        <a:pt x="553" y="94054"/>
                      </a:lnTo>
                      <a:lnTo>
                        <a:pt x="111" y="99359"/>
                      </a:lnTo>
                      <a:lnTo>
                        <a:pt x="0" y="104775"/>
                      </a:lnTo>
                      <a:lnTo>
                        <a:pt x="111" y="110191"/>
                      </a:lnTo>
                      <a:lnTo>
                        <a:pt x="553" y="115496"/>
                      </a:lnTo>
                      <a:lnTo>
                        <a:pt x="774" y="118148"/>
                      </a:lnTo>
                      <a:lnTo>
                        <a:pt x="1216" y="120690"/>
                      </a:lnTo>
                      <a:lnTo>
                        <a:pt x="1547" y="123343"/>
                      </a:lnTo>
                      <a:lnTo>
                        <a:pt x="2100" y="125885"/>
                      </a:lnTo>
                      <a:lnTo>
                        <a:pt x="2653" y="128427"/>
                      </a:lnTo>
                      <a:lnTo>
                        <a:pt x="3205" y="130969"/>
                      </a:lnTo>
                      <a:lnTo>
                        <a:pt x="3868" y="133400"/>
                      </a:lnTo>
                      <a:lnTo>
                        <a:pt x="4642" y="135942"/>
                      </a:lnTo>
                      <a:lnTo>
                        <a:pt x="5416" y="138374"/>
                      </a:lnTo>
                      <a:lnTo>
                        <a:pt x="6300" y="140805"/>
                      </a:lnTo>
                      <a:lnTo>
                        <a:pt x="7294" y="143237"/>
                      </a:lnTo>
                      <a:lnTo>
                        <a:pt x="8289" y="145668"/>
                      </a:lnTo>
                      <a:lnTo>
                        <a:pt x="10389" y="150310"/>
                      </a:lnTo>
                      <a:lnTo>
                        <a:pt x="12710" y="154842"/>
                      </a:lnTo>
                      <a:lnTo>
                        <a:pt x="15252" y="159262"/>
                      </a:lnTo>
                      <a:lnTo>
                        <a:pt x="18015" y="163573"/>
                      </a:lnTo>
                      <a:lnTo>
                        <a:pt x="20889" y="167552"/>
                      </a:lnTo>
                      <a:lnTo>
                        <a:pt x="23983" y="171530"/>
                      </a:lnTo>
                      <a:lnTo>
                        <a:pt x="27188" y="175288"/>
                      </a:lnTo>
                      <a:lnTo>
                        <a:pt x="30615" y="178935"/>
                      </a:lnTo>
                      <a:lnTo>
                        <a:pt x="34262" y="182362"/>
                      </a:lnTo>
                      <a:lnTo>
                        <a:pt x="38020" y="185567"/>
                      </a:lnTo>
                      <a:lnTo>
                        <a:pt x="41998" y="188661"/>
                      </a:lnTo>
                      <a:lnTo>
                        <a:pt x="46088" y="191535"/>
                      </a:lnTo>
                      <a:lnTo>
                        <a:pt x="50288" y="194298"/>
                      </a:lnTo>
                      <a:lnTo>
                        <a:pt x="54708" y="196840"/>
                      </a:lnTo>
                      <a:lnTo>
                        <a:pt x="59240" y="199161"/>
                      </a:lnTo>
                      <a:lnTo>
                        <a:pt x="63882" y="201261"/>
                      </a:lnTo>
                      <a:lnTo>
                        <a:pt x="66313" y="202256"/>
                      </a:lnTo>
                      <a:lnTo>
                        <a:pt x="68745" y="203250"/>
                      </a:lnTo>
                      <a:lnTo>
                        <a:pt x="71176" y="204134"/>
                      </a:lnTo>
                      <a:lnTo>
                        <a:pt x="73608" y="204908"/>
                      </a:lnTo>
                      <a:lnTo>
                        <a:pt x="76150" y="205682"/>
                      </a:lnTo>
                      <a:lnTo>
                        <a:pt x="78692" y="206345"/>
                      </a:lnTo>
                      <a:lnTo>
                        <a:pt x="81123" y="206897"/>
                      </a:lnTo>
                      <a:lnTo>
                        <a:pt x="83665" y="207450"/>
                      </a:lnTo>
                      <a:lnTo>
                        <a:pt x="86318" y="208003"/>
                      </a:lnTo>
                      <a:lnTo>
                        <a:pt x="88860" y="208334"/>
                      </a:lnTo>
                      <a:lnTo>
                        <a:pt x="91512" y="208776"/>
                      </a:lnTo>
                      <a:lnTo>
                        <a:pt x="94054" y="208997"/>
                      </a:lnTo>
                      <a:lnTo>
                        <a:pt x="99359" y="209439"/>
                      </a:lnTo>
                      <a:lnTo>
                        <a:pt x="104775" y="209550"/>
                      </a:lnTo>
                      <a:lnTo>
                        <a:pt x="110191" y="209439"/>
                      </a:lnTo>
                      <a:lnTo>
                        <a:pt x="115496" y="208997"/>
                      </a:lnTo>
                      <a:lnTo>
                        <a:pt x="118148" y="208776"/>
                      </a:lnTo>
                      <a:lnTo>
                        <a:pt x="120690" y="208334"/>
                      </a:lnTo>
                      <a:lnTo>
                        <a:pt x="123343" y="208003"/>
                      </a:lnTo>
                      <a:lnTo>
                        <a:pt x="125885" y="207450"/>
                      </a:lnTo>
                      <a:lnTo>
                        <a:pt x="128427" y="206897"/>
                      </a:lnTo>
                      <a:lnTo>
                        <a:pt x="130969" y="206345"/>
                      </a:lnTo>
                      <a:lnTo>
                        <a:pt x="133400" y="205682"/>
                      </a:lnTo>
                      <a:lnTo>
                        <a:pt x="135942" y="204908"/>
                      </a:lnTo>
                      <a:lnTo>
                        <a:pt x="138374" y="204134"/>
                      </a:lnTo>
                      <a:lnTo>
                        <a:pt x="140805" y="203250"/>
                      </a:lnTo>
                      <a:lnTo>
                        <a:pt x="143237" y="202256"/>
                      </a:lnTo>
                      <a:lnTo>
                        <a:pt x="145668" y="201261"/>
                      </a:lnTo>
                      <a:lnTo>
                        <a:pt x="150310" y="199161"/>
                      </a:lnTo>
                      <a:lnTo>
                        <a:pt x="154842" y="196840"/>
                      </a:lnTo>
                      <a:lnTo>
                        <a:pt x="159262" y="194298"/>
                      </a:lnTo>
                      <a:lnTo>
                        <a:pt x="163573" y="191535"/>
                      </a:lnTo>
                      <a:lnTo>
                        <a:pt x="167552" y="188661"/>
                      </a:lnTo>
                      <a:lnTo>
                        <a:pt x="171530" y="185567"/>
                      </a:lnTo>
                      <a:lnTo>
                        <a:pt x="175288" y="182362"/>
                      </a:lnTo>
                      <a:lnTo>
                        <a:pt x="178935" y="178935"/>
                      </a:lnTo>
                      <a:lnTo>
                        <a:pt x="182362" y="175288"/>
                      </a:lnTo>
                      <a:lnTo>
                        <a:pt x="185567" y="171530"/>
                      </a:lnTo>
                      <a:lnTo>
                        <a:pt x="188661" y="167552"/>
                      </a:lnTo>
                      <a:lnTo>
                        <a:pt x="191535" y="163462"/>
                      </a:lnTo>
                      <a:lnTo>
                        <a:pt x="194298" y="159262"/>
                      </a:lnTo>
                      <a:lnTo>
                        <a:pt x="196840" y="154842"/>
                      </a:lnTo>
                      <a:lnTo>
                        <a:pt x="199161" y="150310"/>
                      </a:lnTo>
                      <a:lnTo>
                        <a:pt x="201261" y="145668"/>
                      </a:lnTo>
                      <a:lnTo>
                        <a:pt x="202256" y="143237"/>
                      </a:lnTo>
                      <a:lnTo>
                        <a:pt x="203250" y="140805"/>
                      </a:lnTo>
                      <a:lnTo>
                        <a:pt x="204134" y="138374"/>
                      </a:lnTo>
                      <a:lnTo>
                        <a:pt x="204908" y="135942"/>
                      </a:lnTo>
                      <a:lnTo>
                        <a:pt x="205682" y="133400"/>
                      </a:lnTo>
                      <a:lnTo>
                        <a:pt x="206345" y="130858"/>
                      </a:lnTo>
                      <a:lnTo>
                        <a:pt x="206897" y="128427"/>
                      </a:lnTo>
                      <a:lnTo>
                        <a:pt x="207450" y="125885"/>
                      </a:lnTo>
                      <a:lnTo>
                        <a:pt x="208003" y="123232"/>
                      </a:lnTo>
                      <a:lnTo>
                        <a:pt x="208334" y="120690"/>
                      </a:lnTo>
                      <a:lnTo>
                        <a:pt x="208776" y="118038"/>
                      </a:lnTo>
                      <a:lnTo>
                        <a:pt x="208997" y="115496"/>
                      </a:lnTo>
                      <a:lnTo>
                        <a:pt x="209439" y="110191"/>
                      </a:lnTo>
                      <a:lnTo>
                        <a:pt x="209550" y="104775"/>
                      </a:lnTo>
                      <a:lnTo>
                        <a:pt x="209439" y="99359"/>
                      </a:lnTo>
                      <a:lnTo>
                        <a:pt x="208997" y="94054"/>
                      </a:lnTo>
                      <a:lnTo>
                        <a:pt x="208776" y="91402"/>
                      </a:lnTo>
                      <a:lnTo>
                        <a:pt x="208334" y="88860"/>
                      </a:lnTo>
                      <a:lnTo>
                        <a:pt x="208003" y="86207"/>
                      </a:lnTo>
                      <a:lnTo>
                        <a:pt x="207450" y="83665"/>
                      </a:lnTo>
                      <a:lnTo>
                        <a:pt x="206897" y="81123"/>
                      </a:lnTo>
                      <a:lnTo>
                        <a:pt x="206345" y="78581"/>
                      </a:lnTo>
                      <a:lnTo>
                        <a:pt x="205682" y="76150"/>
                      </a:lnTo>
                      <a:lnTo>
                        <a:pt x="204908" y="73608"/>
                      </a:lnTo>
                      <a:lnTo>
                        <a:pt x="204134" y="71176"/>
                      </a:lnTo>
                      <a:lnTo>
                        <a:pt x="203250" y="68745"/>
                      </a:lnTo>
                      <a:lnTo>
                        <a:pt x="202256" y="66313"/>
                      </a:lnTo>
                      <a:lnTo>
                        <a:pt x="201261" y="63882"/>
                      </a:lnTo>
                      <a:lnTo>
                        <a:pt x="199161" y="59240"/>
                      </a:lnTo>
                      <a:lnTo>
                        <a:pt x="196840" y="54708"/>
                      </a:lnTo>
                      <a:lnTo>
                        <a:pt x="194298" y="50288"/>
                      </a:lnTo>
                      <a:lnTo>
                        <a:pt x="191535" y="45977"/>
                      </a:lnTo>
                      <a:lnTo>
                        <a:pt x="188661" y="41998"/>
                      </a:lnTo>
                      <a:lnTo>
                        <a:pt x="185567" y="38020"/>
                      </a:lnTo>
                      <a:lnTo>
                        <a:pt x="182362" y="34262"/>
                      </a:lnTo>
                      <a:lnTo>
                        <a:pt x="178935" y="30615"/>
                      </a:lnTo>
                      <a:lnTo>
                        <a:pt x="175288" y="27188"/>
                      </a:lnTo>
                      <a:lnTo>
                        <a:pt x="171530" y="23983"/>
                      </a:lnTo>
                      <a:lnTo>
                        <a:pt x="167552" y="20889"/>
                      </a:lnTo>
                      <a:lnTo>
                        <a:pt x="163462" y="18015"/>
                      </a:lnTo>
                      <a:lnTo>
                        <a:pt x="159262" y="15252"/>
                      </a:lnTo>
                      <a:lnTo>
                        <a:pt x="154842" y="12710"/>
                      </a:lnTo>
                      <a:lnTo>
                        <a:pt x="150310" y="10389"/>
                      </a:lnTo>
                      <a:lnTo>
                        <a:pt x="145668" y="8289"/>
                      </a:lnTo>
                      <a:lnTo>
                        <a:pt x="143237" y="7294"/>
                      </a:lnTo>
                      <a:lnTo>
                        <a:pt x="140805" y="6300"/>
                      </a:lnTo>
                      <a:lnTo>
                        <a:pt x="138374" y="5416"/>
                      </a:lnTo>
                      <a:lnTo>
                        <a:pt x="135942" y="4642"/>
                      </a:lnTo>
                      <a:lnTo>
                        <a:pt x="133400" y="3868"/>
                      </a:lnTo>
                      <a:lnTo>
                        <a:pt x="130858" y="3205"/>
                      </a:lnTo>
                      <a:lnTo>
                        <a:pt x="128427" y="2653"/>
                      </a:lnTo>
                      <a:lnTo>
                        <a:pt x="125885" y="2100"/>
                      </a:lnTo>
                      <a:lnTo>
                        <a:pt x="123232" y="1547"/>
                      </a:lnTo>
                      <a:lnTo>
                        <a:pt x="120690" y="1216"/>
                      </a:lnTo>
                      <a:lnTo>
                        <a:pt x="118038" y="774"/>
                      </a:lnTo>
                      <a:lnTo>
                        <a:pt x="115496" y="553"/>
                      </a:lnTo>
                      <a:lnTo>
                        <a:pt x="110191" y="111"/>
                      </a:lnTo>
                      <a:lnTo>
                        <a:pt x="104775" y="0"/>
                      </a:lnTo>
                      <a:close/>
                    </a:path>
                  </a:pathLst>
                </a:custGeom>
                <a:solidFill>
                  <a:srgbClr val="000000"/>
                </a:solidFill>
                <a:ln w="9525" cap="flat" cmpd="sng">
                  <a:solidFill>
                    <a:srgbClr val="202124"/>
                  </a:solidFill>
                  <a:prstDash val="solid"/>
                  <a:round/>
                  <a:headEnd type="none" w="sm" len="sm"/>
                  <a:tailEnd type="none" w="sm" len="sm"/>
                </a:ln>
              </p:spPr>
              <p:txBody>
                <a:bodyPr spcFirstLastPara="1" wrap="square" lIns="103400" tIns="103400" rIns="103400" bIns="103400" anchor="ctr" anchorCtr="0">
                  <a:noAutofit/>
                </a:bodyPr>
                <a:lstStyle/>
                <a:p>
                  <a:pPr marL="0" lvl="0" indent="0" algn="l" rtl="0">
                    <a:spcBef>
                      <a:spcPts val="0"/>
                    </a:spcBef>
                    <a:spcAft>
                      <a:spcPts val="0"/>
                    </a:spcAft>
                    <a:buNone/>
                  </a:pPr>
                  <a:endParaRPr sz="1584">
                    <a:latin typeface="Karla"/>
                    <a:ea typeface="Karla"/>
                    <a:cs typeface="Karla"/>
                    <a:sym typeface="Karla"/>
                  </a:endParaRPr>
                </a:p>
              </p:txBody>
            </p:sp>
          </p:grpSp>
          <p:pic>
            <p:nvPicPr>
              <p:cNvPr id="551" name="Google Shape;551;p84" descr="Business identity card black icon, user, office id card (Provided by Getty Images)"/>
              <p:cNvPicPr preferRelativeResize="0"/>
              <p:nvPr/>
            </p:nvPicPr>
            <p:blipFill rotWithShape="1">
              <a:blip r:embed="rId4">
                <a:alphaModFix/>
              </a:blip>
              <a:srcRect l="8839" t="17651" r="7932" b="17338"/>
              <a:stretch/>
            </p:blipFill>
            <p:spPr>
              <a:xfrm>
                <a:off x="5757875" y="1661477"/>
                <a:ext cx="521452" cy="375849"/>
              </a:xfrm>
              <a:prstGeom prst="rect">
                <a:avLst/>
              </a:prstGeom>
              <a:noFill/>
              <a:ln>
                <a:noFill/>
              </a:ln>
            </p:spPr>
          </p:pic>
        </p:grpSp>
        <p:grpSp>
          <p:nvGrpSpPr>
            <p:cNvPr id="552" name="Google Shape;552;p84"/>
            <p:cNvGrpSpPr/>
            <p:nvPr/>
          </p:nvGrpSpPr>
          <p:grpSpPr>
            <a:xfrm>
              <a:off x="7152065" y="1224205"/>
              <a:ext cx="2122500" cy="3121800"/>
              <a:chOff x="7152065" y="1224205"/>
              <a:chExt cx="2122500" cy="3121800"/>
            </a:xfrm>
          </p:grpSpPr>
          <p:sp>
            <p:nvSpPr>
              <p:cNvPr id="553" name="Google Shape;553;p84"/>
              <p:cNvSpPr/>
              <p:nvPr/>
            </p:nvSpPr>
            <p:spPr>
              <a:xfrm>
                <a:off x="7152065" y="1224205"/>
                <a:ext cx="2122500" cy="3121800"/>
              </a:xfrm>
              <a:prstGeom prst="roundRect">
                <a:avLst>
                  <a:gd name="adj" fmla="val 9914"/>
                </a:avLst>
              </a:prstGeom>
              <a:solidFill>
                <a:srgbClr val="D9D2E9"/>
              </a:solidFill>
              <a:ln w="10775" cap="flat" cmpd="sng">
                <a:solidFill>
                  <a:srgbClr val="EFEFEF"/>
                </a:solidFill>
                <a:prstDash val="solid"/>
                <a:round/>
                <a:headEnd type="none" w="sm" len="sm"/>
                <a:tailEnd type="none" w="sm" len="sm"/>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sp>
            <p:nvSpPr>
              <p:cNvPr id="554" name="Google Shape;554;p84"/>
              <p:cNvSpPr txBox="1"/>
              <p:nvPr/>
            </p:nvSpPr>
            <p:spPr>
              <a:xfrm>
                <a:off x="7266665" y="2443107"/>
                <a:ext cx="1893300" cy="15252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 sz="1810" b="1">
                    <a:latin typeface="Rammetto One"/>
                    <a:ea typeface="Rammetto One"/>
                    <a:cs typeface="Rammetto One"/>
                    <a:sym typeface="Rammetto One"/>
                  </a:rPr>
                  <a:t>Counties</a:t>
                </a:r>
                <a:endParaRPr sz="1810" b="1">
                  <a:latin typeface="Rammetto One"/>
                  <a:ea typeface="Rammetto One"/>
                  <a:cs typeface="Rammetto One"/>
                  <a:sym typeface="Rammetto One"/>
                </a:endParaRPr>
              </a:p>
              <a:p>
                <a:pPr marL="0" lvl="0" indent="0" algn="ctr" rtl="0">
                  <a:lnSpc>
                    <a:spcPct val="90000"/>
                  </a:lnSpc>
                  <a:spcBef>
                    <a:spcPts val="0"/>
                  </a:spcBef>
                  <a:spcAft>
                    <a:spcPts val="0"/>
                  </a:spcAft>
                  <a:buNone/>
                </a:pPr>
                <a:endParaRPr sz="1810" b="1">
                  <a:latin typeface="Rammetto One"/>
                  <a:ea typeface="Rammetto One"/>
                  <a:cs typeface="Rammetto One"/>
                  <a:sym typeface="Rammetto One"/>
                </a:endParaRPr>
              </a:p>
              <a:p>
                <a:pPr marL="0" lvl="0" indent="0" algn="ctr" rtl="0">
                  <a:lnSpc>
                    <a:spcPct val="90000"/>
                  </a:lnSpc>
                  <a:spcBef>
                    <a:spcPts val="0"/>
                  </a:spcBef>
                  <a:spcAft>
                    <a:spcPts val="0"/>
                  </a:spcAft>
                  <a:buNone/>
                </a:pPr>
                <a:endParaRPr sz="1131">
                  <a:latin typeface="Karla"/>
                  <a:ea typeface="Karla"/>
                  <a:cs typeface="Karla"/>
                  <a:sym typeface="Karla"/>
                </a:endParaRPr>
              </a:p>
              <a:p>
                <a:pPr marL="0" lvl="0" indent="0" algn="ctr" rtl="0">
                  <a:lnSpc>
                    <a:spcPct val="90000"/>
                  </a:lnSpc>
                  <a:spcBef>
                    <a:spcPts val="0"/>
                  </a:spcBef>
                  <a:spcAft>
                    <a:spcPts val="0"/>
                  </a:spcAft>
                  <a:buNone/>
                </a:pPr>
                <a:endParaRPr sz="1131">
                  <a:latin typeface="Karla"/>
                  <a:ea typeface="Karla"/>
                  <a:cs typeface="Karla"/>
                  <a:sym typeface="Karla"/>
                </a:endParaRPr>
              </a:p>
              <a:p>
                <a:pPr marL="0" lvl="0" indent="0" algn="ctr" rtl="0">
                  <a:lnSpc>
                    <a:spcPct val="90000"/>
                  </a:lnSpc>
                  <a:spcBef>
                    <a:spcPts val="0"/>
                  </a:spcBef>
                  <a:spcAft>
                    <a:spcPts val="0"/>
                  </a:spcAft>
                  <a:buNone/>
                </a:pPr>
                <a:r>
                  <a:rPr lang="en" sz="1131">
                    <a:latin typeface="Karla"/>
                    <a:ea typeface="Karla"/>
                    <a:cs typeface="Karla"/>
                    <a:sym typeface="Karla"/>
                  </a:rPr>
                  <a:t>Accounts for multi-select county feature</a:t>
                </a:r>
                <a:endParaRPr sz="1131">
                  <a:latin typeface="Karla"/>
                  <a:ea typeface="Karla"/>
                  <a:cs typeface="Karla"/>
                  <a:sym typeface="Karla"/>
                </a:endParaRPr>
              </a:p>
            </p:txBody>
          </p:sp>
          <p:sp>
            <p:nvSpPr>
              <p:cNvPr id="555" name="Google Shape;555;p84"/>
              <p:cNvSpPr/>
              <p:nvPr/>
            </p:nvSpPr>
            <p:spPr>
              <a:xfrm>
                <a:off x="7841930" y="1546112"/>
                <a:ext cx="742800" cy="644400"/>
              </a:xfrm>
              <a:prstGeom prst="roundRect">
                <a:avLst>
                  <a:gd name="adj" fmla="val 25296"/>
                </a:avLst>
              </a:prstGeom>
              <a:solidFill>
                <a:srgbClr val="FFFFFF"/>
              </a:solidFill>
              <a:ln>
                <a:noFill/>
              </a:ln>
            </p:spPr>
            <p:txBody>
              <a:bodyPr spcFirstLastPara="1" wrap="square" lIns="103400" tIns="103400" rIns="103400" bIns="103400" anchor="ctr" anchorCtr="0">
                <a:noAutofit/>
              </a:bodyPr>
              <a:lstStyle/>
              <a:p>
                <a:pPr marL="0" lvl="0" indent="0" algn="ctr" rtl="0">
                  <a:spcBef>
                    <a:spcPts val="0"/>
                  </a:spcBef>
                  <a:spcAft>
                    <a:spcPts val="0"/>
                  </a:spcAft>
                  <a:buNone/>
                </a:pPr>
                <a:endParaRPr sz="1584">
                  <a:latin typeface="Karla"/>
                  <a:ea typeface="Karla"/>
                  <a:cs typeface="Karla"/>
                  <a:sym typeface="Karla"/>
                </a:endParaRPr>
              </a:p>
            </p:txBody>
          </p:sp>
          <p:pic>
            <p:nvPicPr>
              <p:cNvPr id="556" name="Google Shape;556;p84" descr="Silhouette of North Carolina (Provided by Getty Images)"/>
              <p:cNvPicPr preferRelativeResize="0"/>
              <p:nvPr/>
            </p:nvPicPr>
            <p:blipFill>
              <a:blip r:embed="rId5">
                <a:alphaModFix/>
              </a:blip>
              <a:stretch>
                <a:fillRect/>
              </a:stretch>
            </p:blipFill>
            <p:spPr>
              <a:xfrm rot="584289">
                <a:off x="7897474" y="1711064"/>
                <a:ext cx="631699" cy="276675"/>
              </a:xfrm>
              <a:prstGeom prst="rect">
                <a:avLst/>
              </a:prstGeom>
              <a:noFill/>
              <a:ln>
                <a:noFill/>
              </a:ln>
            </p:spPr>
          </p:pic>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85"/>
          <p:cNvSpPr/>
          <p:nvPr/>
        </p:nvSpPr>
        <p:spPr>
          <a:xfrm>
            <a:off x="2990865" y="2384881"/>
            <a:ext cx="1569000" cy="1004400"/>
          </a:xfrm>
          <a:prstGeom prst="rect">
            <a:avLst/>
          </a:prstGeom>
          <a:solidFill>
            <a:schemeClr val="accent4"/>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endParaRPr sz="1227"/>
          </a:p>
        </p:txBody>
      </p:sp>
      <p:sp>
        <p:nvSpPr>
          <p:cNvPr id="562" name="Google Shape;562;p85"/>
          <p:cNvSpPr txBox="1">
            <a:spLocks noGrp="1"/>
          </p:cNvSpPr>
          <p:nvPr>
            <p:ph type="title"/>
          </p:nvPr>
        </p:nvSpPr>
        <p:spPr>
          <a:xfrm>
            <a:off x="464400" y="257175"/>
            <a:ext cx="75393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Data Pipeline - Full Build</a:t>
            </a:r>
            <a:endParaRPr/>
          </a:p>
        </p:txBody>
      </p:sp>
      <p:sp>
        <p:nvSpPr>
          <p:cNvPr id="563" name="Google Shape;563;p85"/>
          <p:cNvSpPr txBox="1">
            <a:spLocks noGrp="1"/>
          </p:cNvSpPr>
          <p:nvPr>
            <p:ph type="body" idx="1"/>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endParaRPr/>
          </a:p>
        </p:txBody>
      </p:sp>
      <p:sp>
        <p:nvSpPr>
          <p:cNvPr id="564" name="Google Shape;564;p85"/>
          <p:cNvSpPr/>
          <p:nvPr/>
        </p:nvSpPr>
        <p:spPr>
          <a:xfrm>
            <a:off x="493325" y="1050625"/>
            <a:ext cx="1569000" cy="10044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endParaRPr sz="1227">
              <a:highlight>
                <a:schemeClr val="accent3"/>
              </a:highlight>
            </a:endParaRPr>
          </a:p>
        </p:txBody>
      </p:sp>
      <p:sp>
        <p:nvSpPr>
          <p:cNvPr id="565" name="Google Shape;565;p85"/>
          <p:cNvSpPr/>
          <p:nvPr/>
        </p:nvSpPr>
        <p:spPr>
          <a:xfrm>
            <a:off x="493325" y="2384881"/>
            <a:ext cx="1569000" cy="10044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endParaRPr sz="1227"/>
          </a:p>
        </p:txBody>
      </p:sp>
      <p:sp>
        <p:nvSpPr>
          <p:cNvPr id="566" name="Google Shape;566;p85"/>
          <p:cNvSpPr txBox="1"/>
          <p:nvPr/>
        </p:nvSpPr>
        <p:spPr>
          <a:xfrm>
            <a:off x="621425" y="2542991"/>
            <a:ext cx="1248900" cy="688500"/>
          </a:xfrm>
          <a:prstGeom prst="rect">
            <a:avLst/>
          </a:prstGeom>
          <a:noFill/>
          <a:ln>
            <a:noFill/>
          </a:ln>
        </p:spPr>
        <p:txBody>
          <a:bodyPr spcFirstLastPara="1" wrap="square" lIns="80100" tIns="80100" rIns="80100" bIns="80100" anchor="t" anchorCtr="0">
            <a:noAutofit/>
          </a:bodyPr>
          <a:lstStyle/>
          <a:p>
            <a:pPr marL="0" lvl="0" indent="0" algn="ctr" rtl="0">
              <a:spcBef>
                <a:spcPts val="0"/>
              </a:spcBef>
              <a:spcAft>
                <a:spcPts val="0"/>
              </a:spcAft>
              <a:buNone/>
            </a:pPr>
            <a:r>
              <a:rPr lang="en" sz="1840" b="1">
                <a:solidFill>
                  <a:schemeClr val="dk1"/>
                </a:solidFill>
              </a:rPr>
              <a:t>Access Data</a:t>
            </a:r>
            <a:endParaRPr sz="1840" b="1">
              <a:solidFill>
                <a:schemeClr val="dk1"/>
              </a:solidFill>
            </a:endParaRPr>
          </a:p>
        </p:txBody>
      </p:sp>
      <p:sp>
        <p:nvSpPr>
          <p:cNvPr id="567" name="Google Shape;567;p85"/>
          <p:cNvSpPr txBox="1"/>
          <p:nvPr/>
        </p:nvSpPr>
        <p:spPr>
          <a:xfrm>
            <a:off x="697435" y="1208735"/>
            <a:ext cx="1160700" cy="688500"/>
          </a:xfrm>
          <a:prstGeom prst="rect">
            <a:avLst/>
          </a:prstGeom>
          <a:noFill/>
          <a:ln>
            <a:noFill/>
          </a:ln>
        </p:spPr>
        <p:txBody>
          <a:bodyPr spcFirstLastPara="1" wrap="square" lIns="80100" tIns="80100" rIns="80100" bIns="80100" anchor="t" anchorCtr="0">
            <a:noAutofit/>
          </a:bodyPr>
          <a:lstStyle/>
          <a:p>
            <a:pPr marL="0" lvl="0" indent="0" algn="ctr" rtl="0">
              <a:spcBef>
                <a:spcPts val="0"/>
              </a:spcBef>
              <a:spcAft>
                <a:spcPts val="0"/>
              </a:spcAft>
              <a:buNone/>
            </a:pPr>
            <a:r>
              <a:rPr lang="en" sz="1840" b="1">
                <a:solidFill>
                  <a:schemeClr val="dk1"/>
                </a:solidFill>
              </a:rPr>
              <a:t>Drupal Data</a:t>
            </a:r>
            <a:endParaRPr sz="1840" b="1">
              <a:solidFill>
                <a:schemeClr val="dk1"/>
              </a:solidFill>
            </a:endParaRPr>
          </a:p>
        </p:txBody>
      </p:sp>
      <p:cxnSp>
        <p:nvCxnSpPr>
          <p:cNvPr id="568" name="Google Shape;568;p85"/>
          <p:cNvCxnSpPr/>
          <p:nvPr/>
        </p:nvCxnSpPr>
        <p:spPr>
          <a:xfrm rot="10800000" flipH="1">
            <a:off x="4719890" y="1936840"/>
            <a:ext cx="743400" cy="954900"/>
          </a:xfrm>
          <a:prstGeom prst="straightConnector1">
            <a:avLst/>
          </a:prstGeom>
          <a:noFill/>
          <a:ln w="33375" cap="flat" cmpd="sng">
            <a:solidFill>
              <a:schemeClr val="dk2"/>
            </a:solidFill>
            <a:prstDash val="solid"/>
            <a:round/>
            <a:headEnd type="none" w="med" len="med"/>
            <a:tailEnd type="triangle" w="med" len="med"/>
          </a:ln>
        </p:spPr>
      </p:cxnSp>
      <p:cxnSp>
        <p:nvCxnSpPr>
          <p:cNvPr id="569" name="Google Shape;569;p85"/>
          <p:cNvCxnSpPr/>
          <p:nvPr/>
        </p:nvCxnSpPr>
        <p:spPr>
          <a:xfrm>
            <a:off x="2166355" y="1530914"/>
            <a:ext cx="736500" cy="0"/>
          </a:xfrm>
          <a:prstGeom prst="straightConnector1">
            <a:avLst/>
          </a:prstGeom>
          <a:noFill/>
          <a:ln w="33375" cap="flat" cmpd="sng">
            <a:solidFill>
              <a:schemeClr val="dk2"/>
            </a:solidFill>
            <a:prstDash val="solid"/>
            <a:round/>
            <a:headEnd type="none" w="med" len="med"/>
            <a:tailEnd type="triangle" w="med" len="med"/>
          </a:ln>
        </p:spPr>
      </p:cxnSp>
      <p:cxnSp>
        <p:nvCxnSpPr>
          <p:cNvPr id="570" name="Google Shape;570;p85"/>
          <p:cNvCxnSpPr/>
          <p:nvPr/>
        </p:nvCxnSpPr>
        <p:spPr>
          <a:xfrm>
            <a:off x="2150345" y="2887206"/>
            <a:ext cx="736500" cy="0"/>
          </a:xfrm>
          <a:prstGeom prst="straightConnector1">
            <a:avLst/>
          </a:prstGeom>
          <a:noFill/>
          <a:ln w="33375" cap="flat" cmpd="sng">
            <a:solidFill>
              <a:schemeClr val="dk2"/>
            </a:solidFill>
            <a:prstDash val="solid"/>
            <a:round/>
            <a:headEnd type="none" w="med" len="med"/>
            <a:tailEnd type="triangle" w="med" len="med"/>
          </a:ln>
        </p:spPr>
      </p:cxnSp>
      <p:sp>
        <p:nvSpPr>
          <p:cNvPr id="571" name="Google Shape;571;p85"/>
          <p:cNvSpPr/>
          <p:nvPr/>
        </p:nvSpPr>
        <p:spPr>
          <a:xfrm>
            <a:off x="2993165" y="1050625"/>
            <a:ext cx="1569000" cy="1004400"/>
          </a:xfrm>
          <a:prstGeom prst="rect">
            <a:avLst/>
          </a:prstGeom>
          <a:solidFill>
            <a:schemeClr val="accent4"/>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endParaRPr sz="1227"/>
          </a:p>
        </p:txBody>
      </p:sp>
      <p:sp>
        <p:nvSpPr>
          <p:cNvPr id="572" name="Google Shape;572;p85"/>
          <p:cNvSpPr txBox="1"/>
          <p:nvPr/>
        </p:nvSpPr>
        <p:spPr>
          <a:xfrm>
            <a:off x="3150946" y="2503183"/>
            <a:ext cx="1248900" cy="735900"/>
          </a:xfrm>
          <a:prstGeom prst="rect">
            <a:avLst/>
          </a:prstGeom>
          <a:noFill/>
          <a:ln>
            <a:noFill/>
          </a:ln>
        </p:spPr>
        <p:txBody>
          <a:bodyPr spcFirstLastPara="1" wrap="square" lIns="80100" tIns="80100" rIns="80100" bIns="80100" anchor="t" anchorCtr="0">
            <a:noAutofit/>
          </a:bodyPr>
          <a:lstStyle/>
          <a:p>
            <a:pPr marL="0" lvl="0" indent="0" algn="ctr" rtl="0">
              <a:spcBef>
                <a:spcPts val="0"/>
              </a:spcBef>
              <a:spcAft>
                <a:spcPts val="0"/>
              </a:spcAft>
              <a:buNone/>
            </a:pPr>
            <a:r>
              <a:rPr lang="en" sz="1314" b="1">
                <a:solidFill>
                  <a:schemeClr val="dk1"/>
                </a:solidFill>
              </a:rPr>
              <a:t>Access Data: Cleaned and Standardized</a:t>
            </a:r>
            <a:endParaRPr sz="1314" b="1">
              <a:solidFill>
                <a:schemeClr val="dk1"/>
              </a:solidFill>
            </a:endParaRPr>
          </a:p>
        </p:txBody>
      </p:sp>
      <p:sp>
        <p:nvSpPr>
          <p:cNvPr id="573" name="Google Shape;573;p85"/>
          <p:cNvSpPr txBox="1"/>
          <p:nvPr/>
        </p:nvSpPr>
        <p:spPr>
          <a:xfrm>
            <a:off x="3111276" y="1208738"/>
            <a:ext cx="1308900" cy="688500"/>
          </a:xfrm>
          <a:prstGeom prst="rect">
            <a:avLst/>
          </a:prstGeom>
          <a:noFill/>
          <a:ln>
            <a:noFill/>
          </a:ln>
        </p:spPr>
        <p:txBody>
          <a:bodyPr spcFirstLastPara="1" wrap="square" lIns="80100" tIns="80100" rIns="80100" bIns="80100" anchor="t" anchorCtr="0">
            <a:noAutofit/>
          </a:bodyPr>
          <a:lstStyle/>
          <a:p>
            <a:pPr marL="0" lvl="0" indent="0" algn="ctr" rtl="0">
              <a:spcBef>
                <a:spcPts val="0"/>
              </a:spcBef>
              <a:spcAft>
                <a:spcPts val="0"/>
              </a:spcAft>
              <a:buNone/>
            </a:pPr>
            <a:r>
              <a:rPr lang="en" sz="1314" b="1">
                <a:solidFill>
                  <a:schemeClr val="dk1"/>
                </a:solidFill>
              </a:rPr>
              <a:t>Drupal Data: Cleaned and Standardized</a:t>
            </a:r>
            <a:endParaRPr sz="1314" b="1">
              <a:solidFill>
                <a:schemeClr val="dk1"/>
              </a:solidFill>
            </a:endParaRPr>
          </a:p>
        </p:txBody>
      </p:sp>
      <p:cxnSp>
        <p:nvCxnSpPr>
          <p:cNvPr id="574" name="Google Shape;574;p85"/>
          <p:cNvCxnSpPr/>
          <p:nvPr/>
        </p:nvCxnSpPr>
        <p:spPr>
          <a:xfrm>
            <a:off x="4805422" y="1530914"/>
            <a:ext cx="736500" cy="0"/>
          </a:xfrm>
          <a:prstGeom prst="straightConnector1">
            <a:avLst/>
          </a:prstGeom>
          <a:noFill/>
          <a:ln w="33375" cap="flat" cmpd="sng">
            <a:solidFill>
              <a:schemeClr val="dk2"/>
            </a:solidFill>
            <a:prstDash val="solid"/>
            <a:round/>
            <a:headEnd type="none" w="med" len="med"/>
            <a:tailEnd type="triangle" w="med" len="med"/>
          </a:ln>
        </p:spPr>
      </p:cxnSp>
      <p:sp>
        <p:nvSpPr>
          <p:cNvPr id="575" name="Google Shape;575;p85"/>
          <p:cNvSpPr/>
          <p:nvPr/>
        </p:nvSpPr>
        <p:spPr>
          <a:xfrm>
            <a:off x="5659425" y="1050625"/>
            <a:ext cx="1859400" cy="846600"/>
          </a:xfrm>
          <a:prstGeom prst="rect">
            <a:avLst/>
          </a:prstGeom>
          <a:solidFill>
            <a:schemeClr val="accent5"/>
          </a:solidFill>
          <a:ln w="8325" cap="flat" cmpd="sng">
            <a:solidFill>
              <a:schemeClr val="dk2"/>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endParaRPr sz="1227"/>
          </a:p>
        </p:txBody>
      </p:sp>
      <p:sp>
        <p:nvSpPr>
          <p:cNvPr id="576" name="Google Shape;576;p85"/>
          <p:cNvSpPr txBox="1"/>
          <p:nvPr/>
        </p:nvSpPr>
        <p:spPr>
          <a:xfrm>
            <a:off x="5697225" y="1169725"/>
            <a:ext cx="1757700" cy="1004400"/>
          </a:xfrm>
          <a:prstGeom prst="rect">
            <a:avLst/>
          </a:prstGeom>
          <a:noFill/>
          <a:ln>
            <a:noFill/>
          </a:ln>
        </p:spPr>
        <p:txBody>
          <a:bodyPr spcFirstLastPara="1" wrap="square" lIns="80100" tIns="80100" rIns="80100" bIns="80100" anchor="t" anchorCtr="0">
            <a:noAutofit/>
          </a:bodyPr>
          <a:lstStyle/>
          <a:p>
            <a:pPr marL="0" lvl="0" indent="0" algn="ctr" rtl="0">
              <a:spcBef>
                <a:spcPts val="0"/>
              </a:spcBef>
              <a:spcAft>
                <a:spcPts val="0"/>
              </a:spcAft>
              <a:buNone/>
            </a:pPr>
            <a:r>
              <a:rPr lang="en" sz="1840" b="1">
                <a:solidFill>
                  <a:schemeClr val="dk1"/>
                </a:solidFill>
              </a:rPr>
              <a:t>Merged Initial Table </a:t>
            </a:r>
            <a:endParaRPr sz="1840" b="1">
              <a:solidFill>
                <a:schemeClr val="dk1"/>
              </a:solidFill>
            </a:endParaRPr>
          </a:p>
        </p:txBody>
      </p:sp>
      <p:cxnSp>
        <p:nvCxnSpPr>
          <p:cNvPr id="577" name="Google Shape;577;p85"/>
          <p:cNvCxnSpPr/>
          <p:nvPr/>
        </p:nvCxnSpPr>
        <p:spPr>
          <a:xfrm>
            <a:off x="7326975" y="1998500"/>
            <a:ext cx="0" cy="831600"/>
          </a:xfrm>
          <a:prstGeom prst="straightConnector1">
            <a:avLst/>
          </a:prstGeom>
          <a:noFill/>
          <a:ln w="28575" cap="flat" cmpd="sng">
            <a:solidFill>
              <a:schemeClr val="dk2"/>
            </a:solidFill>
            <a:prstDash val="solid"/>
            <a:round/>
            <a:headEnd type="none" w="med" len="med"/>
            <a:tailEnd type="triangle" w="med" len="med"/>
          </a:ln>
        </p:spPr>
      </p:cxnSp>
      <p:sp>
        <p:nvSpPr>
          <p:cNvPr id="578" name="Google Shape;578;p85"/>
          <p:cNvSpPr/>
          <p:nvPr/>
        </p:nvSpPr>
        <p:spPr>
          <a:xfrm>
            <a:off x="5984000" y="3060525"/>
            <a:ext cx="2814000" cy="1297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9" name="Google Shape;579;p85"/>
          <p:cNvSpPr txBox="1"/>
          <p:nvPr/>
        </p:nvSpPr>
        <p:spPr>
          <a:xfrm>
            <a:off x="6239900" y="3126975"/>
            <a:ext cx="2302200" cy="32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dk1"/>
                </a:solidFill>
              </a:rPr>
              <a:t>Data Structure</a:t>
            </a:r>
            <a:endParaRPr sz="1500">
              <a:solidFill>
                <a:schemeClr val="dk1"/>
              </a:solidFill>
            </a:endParaRPr>
          </a:p>
        </p:txBody>
      </p:sp>
      <p:sp>
        <p:nvSpPr>
          <p:cNvPr id="580" name="Google Shape;580;p85"/>
          <p:cNvSpPr/>
          <p:nvPr/>
        </p:nvSpPr>
        <p:spPr>
          <a:xfrm>
            <a:off x="6134733" y="3617800"/>
            <a:ext cx="420300" cy="603000"/>
          </a:xfrm>
          <a:prstGeom prst="rect">
            <a:avLst/>
          </a:prstGeom>
          <a:solidFill>
            <a:srgbClr val="D6E2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1" name="Google Shape;581;p85"/>
          <p:cNvSpPr/>
          <p:nvPr/>
        </p:nvSpPr>
        <p:spPr>
          <a:xfrm>
            <a:off x="6839848" y="3617800"/>
            <a:ext cx="420300" cy="603000"/>
          </a:xfrm>
          <a:prstGeom prst="rect">
            <a:avLst/>
          </a:prstGeom>
          <a:solidFill>
            <a:srgbClr val="DCFF8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2" name="Google Shape;582;p85"/>
          <p:cNvSpPr/>
          <p:nvPr/>
        </p:nvSpPr>
        <p:spPr>
          <a:xfrm>
            <a:off x="7544995" y="3617800"/>
            <a:ext cx="420300" cy="603000"/>
          </a:xfrm>
          <a:prstGeom prst="rect">
            <a:avLst/>
          </a:prstGeom>
          <a:solidFill>
            <a:srgbClr val="BDF6C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3" name="Google Shape;583;p85"/>
          <p:cNvSpPr/>
          <p:nvPr/>
        </p:nvSpPr>
        <p:spPr>
          <a:xfrm>
            <a:off x="8250108" y="3617800"/>
            <a:ext cx="420300" cy="6030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4" name="Google Shape;584;p85"/>
          <p:cNvSpPr txBox="1"/>
          <p:nvPr/>
        </p:nvSpPr>
        <p:spPr>
          <a:xfrm>
            <a:off x="538800" y="3723400"/>
            <a:ext cx="4339200" cy="8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dk1"/>
                </a:solidFill>
              </a:rPr>
              <a:t>Building database system with initial datasets</a:t>
            </a:r>
            <a:endParaRPr sz="2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86"/>
          <p:cNvSpPr txBox="1">
            <a:spLocks noGrp="1"/>
          </p:cNvSpPr>
          <p:nvPr>
            <p:ph type="title"/>
          </p:nvPr>
        </p:nvSpPr>
        <p:spPr>
          <a:xfrm>
            <a:off x="464400" y="257175"/>
            <a:ext cx="75393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Cleaning and Standardizing Ex</a:t>
            </a:r>
            <a:endParaRPr/>
          </a:p>
        </p:txBody>
      </p:sp>
      <p:sp>
        <p:nvSpPr>
          <p:cNvPr id="590" name="Google Shape;590;p86"/>
          <p:cNvSpPr txBox="1">
            <a:spLocks noGrp="1"/>
          </p:cNvSpPr>
          <p:nvPr>
            <p:ph type="body" idx="1"/>
          </p:nvPr>
        </p:nvSpPr>
        <p:spPr>
          <a:xfrm>
            <a:off x="457200" y="4791246"/>
            <a:ext cx="6181200" cy="184800"/>
          </a:xfrm>
          <a:prstGeom prst="rect">
            <a:avLst/>
          </a:prstGeom>
        </p:spPr>
        <p:txBody>
          <a:bodyPr spcFirstLastPara="1" wrap="square" lIns="68575" tIns="34275" rIns="68575" bIns="34275" anchor="t" anchorCtr="0">
            <a:normAutofit lnSpcReduction="10000"/>
          </a:bodyPr>
          <a:lstStyle/>
          <a:p>
            <a:pPr marL="0" lvl="0" indent="0" algn="l" rtl="0">
              <a:spcBef>
                <a:spcPts val="0"/>
              </a:spcBef>
              <a:spcAft>
                <a:spcPts val="0"/>
              </a:spcAft>
              <a:buNone/>
            </a:pPr>
            <a:endParaRPr/>
          </a:p>
        </p:txBody>
      </p:sp>
      <p:pic>
        <p:nvPicPr>
          <p:cNvPr id="591" name="Google Shape;591;p86" title="Screenshot 2026-04-02 at 1.59.29 PM.png"/>
          <p:cNvPicPr preferRelativeResize="0"/>
          <p:nvPr/>
        </p:nvPicPr>
        <p:blipFill rotWithShape="1">
          <a:blip r:embed="rId3">
            <a:alphaModFix/>
          </a:blip>
          <a:srcRect l="2688" r="609"/>
          <a:stretch/>
        </p:blipFill>
        <p:spPr>
          <a:xfrm>
            <a:off x="721725" y="813700"/>
            <a:ext cx="1445075" cy="3901024"/>
          </a:xfrm>
          <a:prstGeom prst="rect">
            <a:avLst/>
          </a:prstGeom>
          <a:noFill/>
          <a:ln>
            <a:noFill/>
          </a:ln>
        </p:spPr>
      </p:pic>
      <p:pic>
        <p:nvPicPr>
          <p:cNvPr id="592" name="Google Shape;592;p86" title="Screenshot 2026-04-02 at 2.04.48 PM.png"/>
          <p:cNvPicPr preferRelativeResize="0"/>
          <p:nvPr/>
        </p:nvPicPr>
        <p:blipFill>
          <a:blip r:embed="rId4">
            <a:alphaModFix/>
          </a:blip>
          <a:stretch>
            <a:fillRect/>
          </a:stretch>
        </p:blipFill>
        <p:spPr>
          <a:xfrm>
            <a:off x="2319200" y="889575"/>
            <a:ext cx="6672399" cy="2094899"/>
          </a:xfrm>
          <a:prstGeom prst="rect">
            <a:avLst/>
          </a:prstGeom>
          <a:noFill/>
          <a:ln>
            <a:noFill/>
          </a:ln>
        </p:spPr>
      </p:pic>
      <p:pic>
        <p:nvPicPr>
          <p:cNvPr id="593" name="Google Shape;593;p86" title="Screenshot 2026-04-02 at 2.06.51 PM.png"/>
          <p:cNvPicPr preferRelativeResize="0"/>
          <p:nvPr/>
        </p:nvPicPr>
        <p:blipFill>
          <a:blip r:embed="rId5">
            <a:alphaModFix/>
          </a:blip>
          <a:stretch>
            <a:fillRect/>
          </a:stretch>
        </p:blipFill>
        <p:spPr>
          <a:xfrm>
            <a:off x="6323925" y="2391600"/>
            <a:ext cx="2667675" cy="2979025"/>
          </a:xfrm>
          <a:prstGeom prst="rect">
            <a:avLst/>
          </a:prstGeom>
          <a:noFill/>
          <a:ln>
            <a:noFill/>
          </a:ln>
        </p:spPr>
      </p:pic>
      <p:sp>
        <p:nvSpPr>
          <p:cNvPr id="594" name="Google Shape;594;p86"/>
          <p:cNvSpPr txBox="1"/>
          <p:nvPr/>
        </p:nvSpPr>
        <p:spPr>
          <a:xfrm>
            <a:off x="2693950" y="3309700"/>
            <a:ext cx="3357900" cy="129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dk1"/>
                </a:solidFill>
              </a:rPr>
              <a:t>** We also used the package rapidfuzz on our string columns for initial data cleaning**</a:t>
            </a:r>
            <a:endParaRPr sz="2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87"/>
          <p:cNvSpPr txBox="1">
            <a:spLocks noGrp="1"/>
          </p:cNvSpPr>
          <p:nvPr>
            <p:ph type="title"/>
          </p:nvPr>
        </p:nvSpPr>
        <p:spPr>
          <a:xfrm>
            <a:off x="464400" y="257175"/>
            <a:ext cx="75393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Incremental Pipeline Overview</a:t>
            </a:r>
            <a:endParaRPr/>
          </a:p>
        </p:txBody>
      </p:sp>
      <p:sp>
        <p:nvSpPr>
          <p:cNvPr id="600" name="Google Shape;600;p87"/>
          <p:cNvSpPr txBox="1">
            <a:spLocks noGrp="1"/>
          </p:cNvSpPr>
          <p:nvPr>
            <p:ph type="body" idx="4294967295"/>
          </p:nvPr>
        </p:nvSpPr>
        <p:spPr>
          <a:xfrm>
            <a:off x="457200" y="4791246"/>
            <a:ext cx="6181200" cy="184800"/>
          </a:xfrm>
          <a:prstGeom prst="rect">
            <a:avLst/>
          </a:prstGeom>
          <a:noFill/>
          <a:ln>
            <a:noFill/>
          </a:ln>
        </p:spPr>
        <p:txBody>
          <a:bodyPr spcFirstLastPara="1" wrap="square" lIns="68575" tIns="34275" rIns="68575" bIns="34275" anchor="t" anchorCtr="0">
            <a:normAutofit lnSpcReduction="10000"/>
          </a:bodyPr>
          <a:lstStyle/>
          <a:p>
            <a:pPr marL="0" lvl="0" indent="0" algn="l" rtl="0">
              <a:lnSpc>
                <a:spcPct val="100000"/>
              </a:lnSpc>
              <a:spcBef>
                <a:spcPts val="0"/>
              </a:spcBef>
              <a:spcAft>
                <a:spcPts val="0"/>
              </a:spcAft>
              <a:buClr>
                <a:schemeClr val="dk1"/>
              </a:buClr>
              <a:buSzPts val="800"/>
              <a:buFont typeface="Arial"/>
              <a:buNone/>
            </a:pPr>
            <a:r>
              <a:rPr lang="en" sz="800"/>
              <a:t>UNC School of Data Science &amp; Society</a:t>
            </a:r>
            <a:endParaRPr sz="800"/>
          </a:p>
        </p:txBody>
      </p:sp>
      <p:sp>
        <p:nvSpPr>
          <p:cNvPr id="601" name="Google Shape;601;p87"/>
          <p:cNvSpPr/>
          <p:nvPr/>
        </p:nvSpPr>
        <p:spPr>
          <a:xfrm>
            <a:off x="282325" y="1570500"/>
            <a:ext cx="1289700" cy="12177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r>
              <a:rPr lang="en" sz="1327" b="1">
                <a:highlight>
                  <a:schemeClr val="accent3"/>
                </a:highlight>
              </a:rPr>
              <a:t>Latest Drupal Data</a:t>
            </a:r>
            <a:endParaRPr sz="1327" b="1">
              <a:highlight>
                <a:schemeClr val="accent3"/>
              </a:highlight>
            </a:endParaRPr>
          </a:p>
        </p:txBody>
      </p:sp>
      <p:cxnSp>
        <p:nvCxnSpPr>
          <p:cNvPr id="602" name="Google Shape;602;p87"/>
          <p:cNvCxnSpPr/>
          <p:nvPr/>
        </p:nvCxnSpPr>
        <p:spPr>
          <a:xfrm>
            <a:off x="1643925" y="2176200"/>
            <a:ext cx="329100" cy="6300"/>
          </a:xfrm>
          <a:prstGeom prst="straightConnector1">
            <a:avLst/>
          </a:prstGeom>
          <a:noFill/>
          <a:ln w="33375" cap="flat" cmpd="sng">
            <a:solidFill>
              <a:schemeClr val="dk2"/>
            </a:solidFill>
            <a:prstDash val="solid"/>
            <a:round/>
            <a:headEnd type="none" w="med" len="med"/>
            <a:tailEnd type="triangle" w="med" len="med"/>
          </a:ln>
        </p:spPr>
      </p:cxnSp>
      <p:sp>
        <p:nvSpPr>
          <p:cNvPr id="603" name="Google Shape;603;p87"/>
          <p:cNvSpPr/>
          <p:nvPr/>
        </p:nvSpPr>
        <p:spPr>
          <a:xfrm>
            <a:off x="2044900" y="1570500"/>
            <a:ext cx="1289700" cy="12177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r>
              <a:rPr lang="en" sz="1327" b="1">
                <a:highlight>
                  <a:schemeClr val="accent3"/>
                </a:highlight>
              </a:rPr>
              <a:t>Compare to Existing Data</a:t>
            </a:r>
            <a:endParaRPr sz="1327" b="1">
              <a:highlight>
                <a:schemeClr val="accent3"/>
              </a:highlight>
            </a:endParaRPr>
          </a:p>
        </p:txBody>
      </p:sp>
      <p:cxnSp>
        <p:nvCxnSpPr>
          <p:cNvPr id="604" name="Google Shape;604;p87"/>
          <p:cNvCxnSpPr/>
          <p:nvPr/>
        </p:nvCxnSpPr>
        <p:spPr>
          <a:xfrm>
            <a:off x="3378750" y="2176200"/>
            <a:ext cx="329100" cy="6300"/>
          </a:xfrm>
          <a:prstGeom prst="straightConnector1">
            <a:avLst/>
          </a:prstGeom>
          <a:noFill/>
          <a:ln w="33375" cap="flat" cmpd="sng">
            <a:solidFill>
              <a:schemeClr val="dk2"/>
            </a:solidFill>
            <a:prstDash val="solid"/>
            <a:round/>
            <a:headEnd type="none" w="med" len="med"/>
            <a:tailEnd type="triangle" w="med" len="med"/>
          </a:ln>
        </p:spPr>
      </p:cxnSp>
      <p:sp>
        <p:nvSpPr>
          <p:cNvPr id="605" name="Google Shape;605;p87"/>
          <p:cNvSpPr/>
          <p:nvPr/>
        </p:nvSpPr>
        <p:spPr>
          <a:xfrm>
            <a:off x="3790350" y="1570500"/>
            <a:ext cx="1289700" cy="12177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r>
              <a:rPr lang="en" sz="1327" b="1">
                <a:highlight>
                  <a:schemeClr val="accent3"/>
                </a:highlight>
              </a:rPr>
              <a:t>New/Changed Records</a:t>
            </a:r>
            <a:endParaRPr sz="1327" b="1">
              <a:highlight>
                <a:schemeClr val="accent3"/>
              </a:highlight>
            </a:endParaRPr>
          </a:p>
        </p:txBody>
      </p:sp>
      <p:cxnSp>
        <p:nvCxnSpPr>
          <p:cNvPr id="606" name="Google Shape;606;p87"/>
          <p:cNvCxnSpPr/>
          <p:nvPr/>
        </p:nvCxnSpPr>
        <p:spPr>
          <a:xfrm>
            <a:off x="5162575" y="2176200"/>
            <a:ext cx="329100" cy="6300"/>
          </a:xfrm>
          <a:prstGeom prst="straightConnector1">
            <a:avLst/>
          </a:prstGeom>
          <a:noFill/>
          <a:ln w="33375" cap="flat" cmpd="sng">
            <a:solidFill>
              <a:schemeClr val="dk2"/>
            </a:solidFill>
            <a:prstDash val="solid"/>
            <a:round/>
            <a:headEnd type="none" w="med" len="med"/>
            <a:tailEnd type="triangle" w="med" len="med"/>
          </a:ln>
        </p:spPr>
      </p:cxnSp>
      <p:sp>
        <p:nvSpPr>
          <p:cNvPr id="607" name="Google Shape;607;p87"/>
          <p:cNvSpPr/>
          <p:nvPr/>
        </p:nvSpPr>
        <p:spPr>
          <a:xfrm>
            <a:off x="5574200" y="1570500"/>
            <a:ext cx="1289700" cy="12177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r>
              <a:rPr lang="en" sz="1327" b="1">
                <a:highlight>
                  <a:schemeClr val="accent3"/>
                </a:highlight>
              </a:rPr>
              <a:t>Process Through Silver</a:t>
            </a:r>
            <a:endParaRPr sz="1327" b="1">
              <a:highlight>
                <a:schemeClr val="accent3"/>
              </a:highlight>
            </a:endParaRPr>
          </a:p>
        </p:txBody>
      </p:sp>
      <p:cxnSp>
        <p:nvCxnSpPr>
          <p:cNvPr id="608" name="Google Shape;608;p87"/>
          <p:cNvCxnSpPr/>
          <p:nvPr/>
        </p:nvCxnSpPr>
        <p:spPr>
          <a:xfrm>
            <a:off x="7001800" y="2176200"/>
            <a:ext cx="329100" cy="6300"/>
          </a:xfrm>
          <a:prstGeom prst="straightConnector1">
            <a:avLst/>
          </a:prstGeom>
          <a:noFill/>
          <a:ln w="33375" cap="flat" cmpd="sng">
            <a:solidFill>
              <a:schemeClr val="dk2"/>
            </a:solidFill>
            <a:prstDash val="solid"/>
            <a:round/>
            <a:headEnd type="none" w="med" len="med"/>
            <a:tailEnd type="triangle" w="med" len="med"/>
          </a:ln>
        </p:spPr>
      </p:cxnSp>
      <p:sp>
        <p:nvSpPr>
          <p:cNvPr id="609" name="Google Shape;609;p87"/>
          <p:cNvSpPr/>
          <p:nvPr/>
        </p:nvSpPr>
        <p:spPr>
          <a:xfrm>
            <a:off x="7468800" y="1570500"/>
            <a:ext cx="1289700" cy="1217700"/>
          </a:xfrm>
          <a:prstGeom prst="rect">
            <a:avLst/>
          </a:prstGeom>
          <a:solidFill>
            <a:schemeClr val="accent3"/>
          </a:solidFill>
          <a:ln w="8325" cap="flat" cmpd="sng">
            <a:solidFill>
              <a:schemeClr val="dk1"/>
            </a:solidFill>
            <a:prstDash val="solid"/>
            <a:round/>
            <a:headEnd type="none" w="sm" len="sm"/>
            <a:tailEnd type="none" w="sm" len="sm"/>
          </a:ln>
        </p:spPr>
        <p:txBody>
          <a:bodyPr spcFirstLastPara="1" wrap="square" lIns="80100" tIns="80100" rIns="80100" bIns="80100" anchor="ctr" anchorCtr="0">
            <a:noAutofit/>
          </a:bodyPr>
          <a:lstStyle/>
          <a:p>
            <a:pPr marL="0" lvl="0" indent="0" algn="ctr" rtl="0">
              <a:spcBef>
                <a:spcPts val="0"/>
              </a:spcBef>
              <a:spcAft>
                <a:spcPts val="0"/>
              </a:spcAft>
              <a:buNone/>
            </a:pPr>
            <a:r>
              <a:rPr lang="en" sz="1327" b="1">
                <a:highlight>
                  <a:schemeClr val="accent3"/>
                </a:highlight>
              </a:rPr>
              <a:t>Update Gold Tables</a:t>
            </a:r>
            <a:endParaRPr sz="1327" b="1">
              <a:highlight>
                <a:schemeClr val="accent3"/>
              </a:highlight>
            </a:endParaRPr>
          </a:p>
        </p:txBody>
      </p:sp>
      <p:sp>
        <p:nvSpPr>
          <p:cNvPr id="610" name="Google Shape;610;p87"/>
          <p:cNvSpPr txBox="1"/>
          <p:nvPr/>
        </p:nvSpPr>
        <p:spPr>
          <a:xfrm>
            <a:off x="464400" y="3236450"/>
            <a:ext cx="8136900" cy="48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solidFill>
                  <a:schemeClr val="dk1"/>
                </a:solidFill>
              </a:rPr>
              <a:t>Only affected records are processed — no full rebuild required</a:t>
            </a:r>
            <a:endParaRPr sz="2100"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88"/>
          <p:cNvSpPr txBox="1">
            <a:spLocks noGrp="1"/>
          </p:cNvSpPr>
          <p:nvPr>
            <p:ph type="title"/>
          </p:nvPr>
        </p:nvSpPr>
        <p:spPr>
          <a:xfrm>
            <a:off x="464400" y="257175"/>
            <a:ext cx="75393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How Incremental Processing Works</a:t>
            </a:r>
            <a:endParaRPr/>
          </a:p>
        </p:txBody>
      </p:sp>
      <p:sp>
        <p:nvSpPr>
          <p:cNvPr id="616" name="Google Shape;616;p88"/>
          <p:cNvSpPr txBox="1"/>
          <p:nvPr/>
        </p:nvSpPr>
        <p:spPr>
          <a:xfrm>
            <a:off x="412500" y="1351213"/>
            <a:ext cx="4159500" cy="31941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Compare latest Drupal data to existing processed data </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Identify new and changed records</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Reprocess only affected individuals </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Update Gold tables using merge operations</a:t>
            </a:r>
            <a:endParaRPr sz="2000">
              <a:solidFill>
                <a:schemeClr val="dk1"/>
              </a:solidFill>
            </a:endParaRPr>
          </a:p>
        </p:txBody>
      </p:sp>
      <p:sp>
        <p:nvSpPr>
          <p:cNvPr id="617" name="Google Shape;617;p88"/>
          <p:cNvSpPr txBox="1">
            <a:spLocks noGrp="1"/>
          </p:cNvSpPr>
          <p:nvPr>
            <p:ph type="body" idx="4294967295"/>
          </p:nvPr>
        </p:nvSpPr>
        <p:spPr>
          <a:xfrm>
            <a:off x="175375" y="4958696"/>
            <a:ext cx="6181200" cy="184800"/>
          </a:xfrm>
          <a:prstGeom prst="rect">
            <a:avLst/>
          </a:prstGeom>
          <a:noFill/>
          <a:ln>
            <a:noFill/>
          </a:ln>
        </p:spPr>
        <p:txBody>
          <a:bodyPr spcFirstLastPara="1" wrap="square" lIns="68575" tIns="34275" rIns="68575" bIns="34275" anchor="t" anchorCtr="0">
            <a:normAutofit lnSpcReduction="10000"/>
          </a:bodyPr>
          <a:lstStyle/>
          <a:p>
            <a:pPr marL="0" lvl="0" indent="0" algn="l" rtl="0">
              <a:lnSpc>
                <a:spcPct val="100000"/>
              </a:lnSpc>
              <a:spcBef>
                <a:spcPts val="0"/>
              </a:spcBef>
              <a:spcAft>
                <a:spcPts val="0"/>
              </a:spcAft>
              <a:buClr>
                <a:schemeClr val="dk1"/>
              </a:buClr>
              <a:buSzPts val="800"/>
              <a:buFont typeface="Arial"/>
              <a:buNone/>
            </a:pPr>
            <a:r>
              <a:rPr lang="en" sz="800"/>
              <a:t>UNC School of Data Science &amp; Society</a:t>
            </a:r>
            <a:endParaRPr sz="800"/>
          </a:p>
        </p:txBody>
      </p:sp>
      <p:sp>
        <p:nvSpPr>
          <p:cNvPr id="618" name="Google Shape;618;p88"/>
          <p:cNvSpPr txBox="1">
            <a:spLocks noGrp="1"/>
          </p:cNvSpPr>
          <p:nvPr>
            <p:ph type="title"/>
          </p:nvPr>
        </p:nvSpPr>
        <p:spPr>
          <a:xfrm>
            <a:off x="1202050" y="871219"/>
            <a:ext cx="20043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sz="2200"/>
              <a:t>How it Works</a:t>
            </a:r>
            <a:endParaRPr sz="2200"/>
          </a:p>
        </p:txBody>
      </p:sp>
      <p:sp>
        <p:nvSpPr>
          <p:cNvPr id="619" name="Google Shape;619;p88"/>
          <p:cNvSpPr txBox="1">
            <a:spLocks noGrp="1"/>
          </p:cNvSpPr>
          <p:nvPr>
            <p:ph type="title"/>
          </p:nvPr>
        </p:nvSpPr>
        <p:spPr>
          <a:xfrm>
            <a:off x="5489300" y="871219"/>
            <a:ext cx="30648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sz="2200"/>
              <a:t>Impact on the System</a:t>
            </a:r>
            <a:endParaRPr sz="2200"/>
          </a:p>
        </p:txBody>
      </p:sp>
      <p:sp>
        <p:nvSpPr>
          <p:cNvPr id="620" name="Google Shape;620;p88"/>
          <p:cNvSpPr txBox="1"/>
          <p:nvPr/>
        </p:nvSpPr>
        <p:spPr>
          <a:xfrm>
            <a:off x="5195825" y="1351225"/>
            <a:ext cx="3857700" cy="30114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Avoids reprocessing unchanged records</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Improves runtime and efficiency </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Scales as data grows</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Enables automated updates</a:t>
            </a:r>
            <a:endParaRPr sz="2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89"/>
          <p:cNvSpPr txBox="1">
            <a:spLocks noGrp="1"/>
          </p:cNvSpPr>
          <p:nvPr>
            <p:ph type="title"/>
          </p:nvPr>
        </p:nvSpPr>
        <p:spPr>
          <a:xfrm>
            <a:off x="464400" y="257175"/>
            <a:ext cx="75393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Dashboard Analytics</a:t>
            </a:r>
            <a:endParaRPr/>
          </a:p>
        </p:txBody>
      </p:sp>
      <p:sp>
        <p:nvSpPr>
          <p:cNvPr id="626" name="Google Shape;626;p89"/>
          <p:cNvSpPr txBox="1">
            <a:spLocks noGrp="1"/>
          </p:cNvSpPr>
          <p:nvPr>
            <p:ph type="body" idx="4294967295"/>
          </p:nvPr>
        </p:nvSpPr>
        <p:spPr>
          <a:xfrm>
            <a:off x="457200" y="4791246"/>
            <a:ext cx="6181200" cy="184800"/>
          </a:xfrm>
          <a:prstGeom prst="rect">
            <a:avLst/>
          </a:prstGeom>
          <a:noFill/>
          <a:ln>
            <a:noFill/>
          </a:ln>
        </p:spPr>
        <p:txBody>
          <a:bodyPr spcFirstLastPara="1" wrap="square" lIns="68575" tIns="34275" rIns="68575" bIns="34275" anchor="t" anchorCtr="0">
            <a:normAutofit fontScale="47500" lnSpcReduction="20000"/>
          </a:bodyPr>
          <a:lstStyle/>
          <a:p>
            <a:pPr marL="0" lvl="0" indent="0" algn="l" rtl="0">
              <a:spcBef>
                <a:spcPts val="800"/>
              </a:spcBef>
              <a:spcAft>
                <a:spcPts val="0"/>
              </a:spcAft>
              <a:buClr>
                <a:schemeClr val="dk1"/>
              </a:buClr>
              <a:buSzPct val="38095"/>
              <a:buFont typeface="Arial"/>
              <a:buNone/>
            </a:pPr>
            <a:r>
              <a:rPr lang="en"/>
              <a:t>UNC School of Data Science &amp; Society</a:t>
            </a:r>
            <a:endParaRPr/>
          </a:p>
        </p:txBody>
      </p:sp>
      <p:pic>
        <p:nvPicPr>
          <p:cNvPr id="627" name="Google Shape;627;p89" title="Screen Shot 2026-04-02 at 4.51.43 PM.png"/>
          <p:cNvPicPr preferRelativeResize="0"/>
          <p:nvPr/>
        </p:nvPicPr>
        <p:blipFill>
          <a:blip r:embed="rId3">
            <a:alphaModFix/>
          </a:blip>
          <a:stretch>
            <a:fillRect/>
          </a:stretch>
        </p:blipFill>
        <p:spPr>
          <a:xfrm>
            <a:off x="152400" y="778850"/>
            <a:ext cx="3588087" cy="3749271"/>
          </a:xfrm>
          <a:prstGeom prst="rect">
            <a:avLst/>
          </a:prstGeom>
          <a:noFill/>
          <a:ln>
            <a:noFill/>
          </a:ln>
        </p:spPr>
      </p:pic>
      <p:pic>
        <p:nvPicPr>
          <p:cNvPr id="628" name="Google Shape;628;p89" title="Screen Shot 2026-04-02 at 3.52.50 PM.png"/>
          <p:cNvPicPr preferRelativeResize="0"/>
          <p:nvPr/>
        </p:nvPicPr>
        <p:blipFill>
          <a:blip r:embed="rId4">
            <a:alphaModFix/>
          </a:blip>
          <a:stretch>
            <a:fillRect/>
          </a:stretch>
        </p:blipFill>
        <p:spPr>
          <a:xfrm>
            <a:off x="4112125" y="356037"/>
            <a:ext cx="3985950" cy="44314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pic>
        <p:nvPicPr>
          <p:cNvPr id="633" name="Google Shape;633;p90" title="Screen Shot 2026-04-02 at 3.12.06 PM.png"/>
          <p:cNvPicPr preferRelativeResize="0"/>
          <p:nvPr/>
        </p:nvPicPr>
        <p:blipFill>
          <a:blip r:embed="rId3">
            <a:alphaModFix/>
          </a:blip>
          <a:stretch>
            <a:fillRect/>
          </a:stretch>
        </p:blipFill>
        <p:spPr>
          <a:xfrm>
            <a:off x="2553125" y="299150"/>
            <a:ext cx="4431400" cy="4501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91"/>
          <p:cNvSpPr txBox="1">
            <a:spLocks noGrp="1"/>
          </p:cNvSpPr>
          <p:nvPr>
            <p:ph type="sldNum" idx="12"/>
          </p:nvPr>
        </p:nvSpPr>
        <p:spPr>
          <a:xfrm>
            <a:off x="6735889" y="4791246"/>
            <a:ext cx="2031000" cy="1848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639" name="Google Shape;639;p91"/>
          <p:cNvSpPr txBox="1">
            <a:spLocks noGrp="1"/>
          </p:cNvSpPr>
          <p:nvPr>
            <p:ph type="title"/>
          </p:nvPr>
        </p:nvSpPr>
        <p:spPr>
          <a:xfrm>
            <a:off x="464400" y="127800"/>
            <a:ext cx="2120700" cy="4491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sz="1400"/>
              <a:t>Project Outcomes</a:t>
            </a:r>
            <a:endParaRPr sz="1400"/>
          </a:p>
        </p:txBody>
      </p:sp>
      <p:sp>
        <p:nvSpPr>
          <p:cNvPr id="640" name="Google Shape;640;p91"/>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lnSpcReduction="10000"/>
          </a:bodyPr>
          <a:lstStyle/>
          <a:p>
            <a:pPr marL="0" lvl="0" indent="0" algn="l" rtl="0">
              <a:spcBef>
                <a:spcPts val="0"/>
              </a:spcBef>
              <a:spcAft>
                <a:spcPts val="0"/>
              </a:spcAft>
              <a:buClr>
                <a:schemeClr val="dk1"/>
              </a:buClr>
              <a:buSzPts val="800"/>
              <a:buFont typeface="Arial"/>
              <a:buNone/>
            </a:pPr>
            <a:r>
              <a:rPr lang="en"/>
              <a:t>UNC School of Data Science &amp; Society</a:t>
            </a:r>
            <a:endParaRPr/>
          </a:p>
        </p:txBody>
      </p:sp>
      <p:sp>
        <p:nvSpPr>
          <p:cNvPr id="641" name="Google Shape;641;p91"/>
          <p:cNvSpPr txBox="1">
            <a:spLocks noGrp="1"/>
          </p:cNvSpPr>
          <p:nvPr>
            <p:ph type="title"/>
          </p:nvPr>
        </p:nvSpPr>
        <p:spPr>
          <a:xfrm>
            <a:off x="464400" y="467075"/>
            <a:ext cx="6899400" cy="4491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chemeClr val="dk1"/>
              </a:buClr>
              <a:buSzPts val="2400"/>
              <a:buFont typeface="Arial"/>
              <a:buNone/>
            </a:pPr>
            <a:r>
              <a:rPr lang="en"/>
              <a:t>What We’ll Deliver</a:t>
            </a:r>
            <a:endParaRPr/>
          </a:p>
        </p:txBody>
      </p:sp>
      <p:grpSp>
        <p:nvGrpSpPr>
          <p:cNvPr id="642" name="Google Shape;642;p91"/>
          <p:cNvGrpSpPr/>
          <p:nvPr/>
        </p:nvGrpSpPr>
        <p:grpSpPr>
          <a:xfrm>
            <a:off x="1948500" y="1077276"/>
            <a:ext cx="4286400" cy="3470205"/>
            <a:chOff x="2428800" y="228600"/>
            <a:chExt cx="4286400" cy="4686300"/>
          </a:xfrm>
        </p:grpSpPr>
        <p:sp>
          <p:nvSpPr>
            <p:cNvPr id="643" name="Google Shape;643;p91"/>
            <p:cNvSpPr/>
            <p:nvPr/>
          </p:nvSpPr>
          <p:spPr>
            <a:xfrm>
              <a:off x="2428800" y="228600"/>
              <a:ext cx="4286400" cy="4686300"/>
            </a:xfrm>
            <a:prstGeom prst="roundRect">
              <a:avLst>
                <a:gd name="adj" fmla="val 16667"/>
              </a:avLst>
            </a:prstGeom>
            <a:solidFill>
              <a:srgbClr val="FA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Work Sans"/>
                <a:ea typeface="Work Sans"/>
                <a:cs typeface="Work Sans"/>
                <a:sym typeface="Work Sans"/>
              </a:endParaRPr>
            </a:p>
          </p:txBody>
        </p:sp>
        <p:sp>
          <p:nvSpPr>
            <p:cNvPr id="644" name="Google Shape;644;p91"/>
            <p:cNvSpPr/>
            <p:nvPr/>
          </p:nvSpPr>
          <p:spPr>
            <a:xfrm>
              <a:off x="2807360" y="1764525"/>
              <a:ext cx="483000" cy="483000"/>
            </a:xfrm>
            <a:prstGeom prst="roundRect">
              <a:avLst>
                <a:gd name="adj" fmla="val 50000"/>
              </a:avLst>
            </a:prstGeom>
            <a:solidFill>
              <a:schemeClr val="accent2"/>
            </a:solid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2000">
                  <a:solidFill>
                    <a:schemeClr val="lt1"/>
                  </a:solidFill>
                  <a:latin typeface="Work Sans"/>
                  <a:ea typeface="Work Sans"/>
                  <a:cs typeface="Work Sans"/>
                  <a:sym typeface="Work Sans"/>
                </a:rPr>
                <a:t>2</a:t>
              </a:r>
              <a:endParaRPr sz="2000">
                <a:solidFill>
                  <a:schemeClr val="lt1"/>
                </a:solidFill>
                <a:latin typeface="Work Sans"/>
                <a:ea typeface="Work Sans"/>
                <a:cs typeface="Work Sans"/>
                <a:sym typeface="Work Sans"/>
              </a:endParaRPr>
            </a:p>
          </p:txBody>
        </p:sp>
        <p:sp>
          <p:nvSpPr>
            <p:cNvPr id="645" name="Google Shape;645;p91"/>
            <p:cNvSpPr txBox="1"/>
            <p:nvPr/>
          </p:nvSpPr>
          <p:spPr>
            <a:xfrm>
              <a:off x="3392313" y="1764532"/>
              <a:ext cx="2880300" cy="483000"/>
            </a:xfrm>
            <a:prstGeom prst="rect">
              <a:avLst/>
            </a:prstGeom>
            <a:noFill/>
            <a:ln>
              <a:noFill/>
            </a:ln>
          </p:spPr>
          <p:txBody>
            <a:bodyPr spcFirstLastPara="1" wrap="square" lIns="0" tIns="91425" rIns="91425" bIns="0" anchor="t" anchorCtr="0">
              <a:normAutofit/>
            </a:bodyPr>
            <a:lstStyle/>
            <a:p>
              <a:pPr marL="0" lvl="0" indent="0" algn="l" rtl="0">
                <a:spcBef>
                  <a:spcPts val="0"/>
                </a:spcBef>
                <a:spcAft>
                  <a:spcPts val="0"/>
                </a:spcAft>
                <a:buNone/>
              </a:pPr>
              <a:r>
                <a:rPr lang="en" sz="1700">
                  <a:latin typeface="Plus Jakarta Sans"/>
                  <a:ea typeface="Plus Jakarta Sans"/>
                  <a:cs typeface="Plus Jakarta Sans"/>
                  <a:sym typeface="Plus Jakarta Sans"/>
                </a:rPr>
                <a:t>Documentation</a:t>
              </a:r>
              <a:endParaRPr sz="1700">
                <a:latin typeface="Plus Jakarta Sans"/>
                <a:ea typeface="Plus Jakarta Sans"/>
                <a:cs typeface="Plus Jakarta Sans"/>
                <a:sym typeface="Plus Jakarta Sans"/>
              </a:endParaRPr>
            </a:p>
          </p:txBody>
        </p:sp>
        <p:sp>
          <p:nvSpPr>
            <p:cNvPr id="646" name="Google Shape;646;p91"/>
            <p:cNvSpPr/>
            <p:nvPr/>
          </p:nvSpPr>
          <p:spPr>
            <a:xfrm>
              <a:off x="2807360" y="792198"/>
              <a:ext cx="483000" cy="483000"/>
            </a:xfrm>
            <a:prstGeom prst="roundRect">
              <a:avLst>
                <a:gd name="adj" fmla="val 50000"/>
              </a:avLst>
            </a:prstGeom>
            <a:solidFill>
              <a:schemeClr val="accent2"/>
            </a:solid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2000">
                  <a:solidFill>
                    <a:schemeClr val="lt1"/>
                  </a:solidFill>
                  <a:latin typeface="Work Sans"/>
                  <a:ea typeface="Work Sans"/>
                  <a:cs typeface="Work Sans"/>
                  <a:sym typeface="Work Sans"/>
                </a:rPr>
                <a:t>1</a:t>
              </a:r>
              <a:endParaRPr sz="2000">
                <a:solidFill>
                  <a:schemeClr val="lt1"/>
                </a:solidFill>
                <a:latin typeface="Work Sans"/>
                <a:ea typeface="Work Sans"/>
                <a:cs typeface="Work Sans"/>
                <a:sym typeface="Work Sans"/>
              </a:endParaRPr>
            </a:p>
          </p:txBody>
        </p:sp>
        <p:sp>
          <p:nvSpPr>
            <p:cNvPr id="647" name="Google Shape;647;p91"/>
            <p:cNvSpPr txBox="1"/>
            <p:nvPr/>
          </p:nvSpPr>
          <p:spPr>
            <a:xfrm>
              <a:off x="3392313" y="792202"/>
              <a:ext cx="2880300" cy="483000"/>
            </a:xfrm>
            <a:prstGeom prst="rect">
              <a:avLst/>
            </a:prstGeom>
            <a:noFill/>
            <a:ln>
              <a:noFill/>
            </a:ln>
          </p:spPr>
          <p:txBody>
            <a:bodyPr spcFirstLastPara="1" wrap="square" lIns="0" tIns="91425" rIns="91425" bIns="0" anchor="t" anchorCtr="0">
              <a:normAutofit fontScale="92500"/>
            </a:bodyPr>
            <a:lstStyle/>
            <a:p>
              <a:pPr marL="0" lvl="0" indent="0" algn="l" rtl="0">
                <a:spcBef>
                  <a:spcPts val="0"/>
                </a:spcBef>
                <a:spcAft>
                  <a:spcPts val="0"/>
                </a:spcAft>
                <a:buNone/>
              </a:pPr>
              <a:r>
                <a:rPr lang="en" sz="1700">
                  <a:latin typeface="Plus Jakarta Sans"/>
                  <a:ea typeface="Plus Jakarta Sans"/>
                  <a:cs typeface="Plus Jakarta Sans"/>
                  <a:sym typeface="Plus Jakarta Sans"/>
                </a:rPr>
                <a:t>Centralized data environment</a:t>
              </a:r>
              <a:endParaRPr sz="1700">
                <a:latin typeface="Plus Jakarta Sans"/>
                <a:ea typeface="Plus Jakarta Sans"/>
                <a:cs typeface="Plus Jakarta Sans"/>
                <a:sym typeface="Plus Jakarta Sans"/>
              </a:endParaRPr>
            </a:p>
          </p:txBody>
        </p:sp>
        <p:sp>
          <p:nvSpPr>
            <p:cNvPr id="648" name="Google Shape;648;p91"/>
            <p:cNvSpPr txBox="1"/>
            <p:nvPr/>
          </p:nvSpPr>
          <p:spPr>
            <a:xfrm>
              <a:off x="3392313" y="2902729"/>
              <a:ext cx="2880300" cy="483000"/>
            </a:xfrm>
            <a:prstGeom prst="rect">
              <a:avLst/>
            </a:prstGeom>
            <a:noFill/>
            <a:ln>
              <a:noFill/>
            </a:ln>
          </p:spPr>
          <p:txBody>
            <a:bodyPr spcFirstLastPara="1" wrap="square" lIns="0" tIns="91425" rIns="91425" bIns="0" anchor="t" anchorCtr="0">
              <a:normAutofit/>
            </a:bodyPr>
            <a:lstStyle/>
            <a:p>
              <a:pPr marL="0" lvl="0" indent="0" algn="l" rtl="0">
                <a:spcBef>
                  <a:spcPts val="0"/>
                </a:spcBef>
                <a:spcAft>
                  <a:spcPts val="0"/>
                </a:spcAft>
                <a:buNone/>
              </a:pPr>
              <a:r>
                <a:rPr lang="en" sz="1700">
                  <a:latin typeface="Plus Jakarta Sans"/>
                  <a:ea typeface="Plus Jakarta Sans"/>
                  <a:cs typeface="Plus Jakarta Sans"/>
                  <a:sym typeface="Plus Jakarta Sans"/>
                </a:rPr>
                <a:t>SQL database</a:t>
              </a:r>
              <a:endParaRPr sz="1700">
                <a:latin typeface="Plus Jakarta Sans"/>
                <a:ea typeface="Plus Jakarta Sans"/>
                <a:cs typeface="Plus Jakarta Sans"/>
                <a:sym typeface="Plus Jakarta Sans"/>
              </a:endParaRPr>
            </a:p>
          </p:txBody>
        </p:sp>
        <p:sp>
          <p:nvSpPr>
            <p:cNvPr id="649" name="Google Shape;649;p91"/>
            <p:cNvSpPr/>
            <p:nvPr/>
          </p:nvSpPr>
          <p:spPr>
            <a:xfrm>
              <a:off x="2807360" y="3868281"/>
              <a:ext cx="483000" cy="483000"/>
            </a:xfrm>
            <a:prstGeom prst="roundRect">
              <a:avLst>
                <a:gd name="adj" fmla="val 50000"/>
              </a:avLst>
            </a:prstGeom>
            <a:solidFill>
              <a:schemeClr val="accent2"/>
            </a:solid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2000">
                  <a:solidFill>
                    <a:schemeClr val="lt1"/>
                  </a:solidFill>
                  <a:latin typeface="Work Sans"/>
                  <a:ea typeface="Work Sans"/>
                  <a:cs typeface="Work Sans"/>
                  <a:sym typeface="Work Sans"/>
                </a:rPr>
                <a:t>4</a:t>
              </a:r>
              <a:endParaRPr sz="2000">
                <a:solidFill>
                  <a:schemeClr val="lt1"/>
                </a:solidFill>
                <a:latin typeface="Work Sans"/>
                <a:ea typeface="Work Sans"/>
                <a:cs typeface="Work Sans"/>
                <a:sym typeface="Work Sans"/>
              </a:endParaRPr>
            </a:p>
          </p:txBody>
        </p:sp>
        <p:sp>
          <p:nvSpPr>
            <p:cNvPr id="650" name="Google Shape;650;p91"/>
            <p:cNvSpPr txBox="1"/>
            <p:nvPr/>
          </p:nvSpPr>
          <p:spPr>
            <a:xfrm>
              <a:off x="3392313" y="3868236"/>
              <a:ext cx="2880300" cy="483000"/>
            </a:xfrm>
            <a:prstGeom prst="rect">
              <a:avLst/>
            </a:prstGeom>
            <a:noFill/>
            <a:ln>
              <a:noFill/>
            </a:ln>
          </p:spPr>
          <p:txBody>
            <a:bodyPr spcFirstLastPara="1" wrap="square" lIns="0" tIns="91425" rIns="91425" bIns="0" anchor="t" anchorCtr="0">
              <a:normAutofit/>
            </a:bodyPr>
            <a:lstStyle/>
            <a:p>
              <a:pPr marL="0" lvl="0" indent="0" algn="l" rtl="0">
                <a:spcBef>
                  <a:spcPts val="0"/>
                </a:spcBef>
                <a:spcAft>
                  <a:spcPts val="0"/>
                </a:spcAft>
                <a:buNone/>
              </a:pPr>
              <a:r>
                <a:rPr lang="en" sz="1700">
                  <a:latin typeface="Plus Jakarta Sans"/>
                  <a:ea typeface="Plus Jakarta Sans"/>
                  <a:cs typeface="Plus Jakarta Sans"/>
                  <a:sym typeface="Plus Jakarta Sans"/>
                </a:rPr>
                <a:t>Dashboard + insights</a:t>
              </a:r>
              <a:endParaRPr sz="1700">
                <a:latin typeface="Plus Jakarta Sans"/>
                <a:ea typeface="Plus Jakarta Sans"/>
                <a:cs typeface="Plus Jakarta Sans"/>
                <a:sym typeface="Plus Jakarta Sans"/>
              </a:endParaRPr>
            </a:p>
          </p:txBody>
        </p:sp>
        <p:cxnSp>
          <p:nvCxnSpPr>
            <p:cNvPr id="651" name="Google Shape;651;p91"/>
            <p:cNvCxnSpPr/>
            <p:nvPr/>
          </p:nvCxnSpPr>
          <p:spPr>
            <a:xfrm rot="10800000" flipH="1">
              <a:off x="3073266" y="1264318"/>
              <a:ext cx="3135300" cy="6600"/>
            </a:xfrm>
            <a:prstGeom prst="straightConnector1">
              <a:avLst/>
            </a:prstGeom>
            <a:noFill/>
            <a:ln w="9525" cap="flat" cmpd="sng">
              <a:solidFill>
                <a:schemeClr val="accent2"/>
              </a:solidFill>
              <a:prstDash val="solid"/>
              <a:round/>
              <a:headEnd type="none" w="med" len="med"/>
              <a:tailEnd type="none" w="med" len="med"/>
            </a:ln>
          </p:spPr>
        </p:cxnSp>
        <p:cxnSp>
          <p:nvCxnSpPr>
            <p:cNvPr id="652" name="Google Shape;652;p91"/>
            <p:cNvCxnSpPr/>
            <p:nvPr/>
          </p:nvCxnSpPr>
          <p:spPr>
            <a:xfrm rot="10800000" flipH="1">
              <a:off x="3073266" y="2234554"/>
              <a:ext cx="3135300" cy="6600"/>
            </a:xfrm>
            <a:prstGeom prst="straightConnector1">
              <a:avLst/>
            </a:prstGeom>
            <a:noFill/>
            <a:ln w="9525" cap="flat" cmpd="sng">
              <a:solidFill>
                <a:schemeClr val="accent2"/>
              </a:solidFill>
              <a:prstDash val="solid"/>
              <a:round/>
              <a:headEnd type="none" w="med" len="med"/>
              <a:tailEnd type="none" w="med" len="med"/>
            </a:ln>
          </p:spPr>
        </p:cxnSp>
        <p:cxnSp>
          <p:nvCxnSpPr>
            <p:cNvPr id="653" name="Google Shape;653;p91"/>
            <p:cNvCxnSpPr/>
            <p:nvPr/>
          </p:nvCxnSpPr>
          <p:spPr>
            <a:xfrm rot="10800000" flipH="1">
              <a:off x="3073266" y="3375855"/>
              <a:ext cx="3135300" cy="6600"/>
            </a:xfrm>
            <a:prstGeom prst="straightConnector1">
              <a:avLst/>
            </a:prstGeom>
            <a:noFill/>
            <a:ln w="9525" cap="flat" cmpd="sng">
              <a:solidFill>
                <a:schemeClr val="accent2"/>
              </a:solidFill>
              <a:prstDash val="solid"/>
              <a:round/>
              <a:headEnd type="none" w="med" len="med"/>
              <a:tailEnd type="none" w="med" len="med"/>
            </a:ln>
          </p:spPr>
        </p:cxnSp>
        <p:cxnSp>
          <p:nvCxnSpPr>
            <p:cNvPr id="654" name="Google Shape;654;p91"/>
            <p:cNvCxnSpPr/>
            <p:nvPr/>
          </p:nvCxnSpPr>
          <p:spPr>
            <a:xfrm rot="10800000" flipH="1">
              <a:off x="3073266" y="4338045"/>
              <a:ext cx="3135300" cy="6600"/>
            </a:xfrm>
            <a:prstGeom prst="straightConnector1">
              <a:avLst/>
            </a:prstGeom>
            <a:noFill/>
            <a:ln w="9525" cap="flat" cmpd="sng">
              <a:solidFill>
                <a:schemeClr val="accent2"/>
              </a:solidFill>
              <a:prstDash val="solid"/>
              <a:round/>
              <a:headEnd type="none" w="med" len="med"/>
              <a:tailEnd type="none" w="med" len="med"/>
            </a:ln>
          </p:spPr>
        </p:cxnSp>
        <p:sp>
          <p:nvSpPr>
            <p:cNvPr id="655" name="Google Shape;655;p91"/>
            <p:cNvSpPr/>
            <p:nvPr/>
          </p:nvSpPr>
          <p:spPr>
            <a:xfrm>
              <a:off x="2807360" y="2902723"/>
              <a:ext cx="483000" cy="483000"/>
            </a:xfrm>
            <a:prstGeom prst="roundRect">
              <a:avLst>
                <a:gd name="adj" fmla="val 50000"/>
              </a:avLst>
            </a:prstGeom>
            <a:solidFill>
              <a:schemeClr val="accent2"/>
            </a:solidFill>
            <a:ln>
              <a:noFill/>
            </a:ln>
          </p:spPr>
          <p:txBody>
            <a:bodyPr spcFirstLastPara="1" wrap="square" lIns="91425" tIns="0" rIns="91425" bIns="0" anchor="ctr" anchorCtr="0">
              <a:noAutofit/>
            </a:bodyPr>
            <a:lstStyle/>
            <a:p>
              <a:pPr marL="0" lvl="0" indent="0" algn="ctr" rtl="0">
                <a:spcBef>
                  <a:spcPts val="0"/>
                </a:spcBef>
                <a:spcAft>
                  <a:spcPts val="0"/>
                </a:spcAft>
                <a:buNone/>
              </a:pPr>
              <a:r>
                <a:rPr lang="en" sz="2000">
                  <a:solidFill>
                    <a:schemeClr val="lt1"/>
                  </a:solidFill>
                  <a:latin typeface="Work Sans"/>
                  <a:ea typeface="Work Sans"/>
                  <a:cs typeface="Work Sans"/>
                  <a:sym typeface="Work Sans"/>
                </a:rPr>
                <a:t>3</a:t>
              </a:r>
              <a:endParaRPr sz="2000">
                <a:solidFill>
                  <a:schemeClr val="lt1"/>
                </a:solidFill>
                <a:latin typeface="Work Sans"/>
                <a:ea typeface="Work Sans"/>
                <a:cs typeface="Work Sans"/>
                <a:sym typeface="Work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92"/>
          <p:cNvSpPr txBox="1">
            <a:spLocks noGrp="1"/>
          </p:cNvSpPr>
          <p:nvPr>
            <p:ph type="title"/>
          </p:nvPr>
        </p:nvSpPr>
        <p:spPr>
          <a:xfrm>
            <a:off x="459000" y="257175"/>
            <a:ext cx="7544700" cy="4800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2400"/>
              <a:buNone/>
            </a:pPr>
            <a:r>
              <a:rPr lang="en"/>
              <a:t>Project Impact</a:t>
            </a:r>
            <a:endParaRPr/>
          </a:p>
        </p:txBody>
      </p:sp>
      <p:sp>
        <p:nvSpPr>
          <p:cNvPr id="661" name="Google Shape;661;p92"/>
          <p:cNvSpPr/>
          <p:nvPr/>
        </p:nvSpPr>
        <p:spPr>
          <a:xfrm>
            <a:off x="299721" y="1309129"/>
            <a:ext cx="2547000" cy="2525100"/>
          </a:xfrm>
          <a:prstGeom prst="ellipse">
            <a:avLst/>
          </a:prstGeom>
          <a:solidFill>
            <a:srgbClr val="17405D"/>
          </a:solidFill>
          <a:ln w="63500" cap="flat" cmpd="sng">
            <a:solidFill>
              <a:srgbClr val="FFFFFF"/>
            </a:solidFill>
            <a:prstDash val="solid"/>
            <a:round/>
            <a:headEnd type="none" w="sm" len="sm"/>
            <a:tailEnd type="none" w="sm" len="sm"/>
          </a:ln>
        </p:spPr>
        <p:txBody>
          <a:bodyPr spcFirstLastPara="1" wrap="square" lIns="80000" tIns="60000" rIns="80000" bIns="600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FFFF"/>
                </a:solidFill>
                <a:latin typeface="Avenir"/>
                <a:ea typeface="Avenir"/>
                <a:cs typeface="Avenir"/>
                <a:sym typeface="Avenir"/>
              </a:rPr>
              <a:t>Project</a:t>
            </a:r>
            <a:endParaRPr/>
          </a:p>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FFFF"/>
                </a:solidFill>
                <a:latin typeface="Avenir"/>
                <a:ea typeface="Avenir"/>
                <a:cs typeface="Avenir"/>
                <a:sym typeface="Avenir"/>
              </a:rPr>
              <a:t>Impact</a:t>
            </a:r>
            <a:endParaRPr/>
          </a:p>
        </p:txBody>
      </p:sp>
      <p:sp>
        <p:nvSpPr>
          <p:cNvPr id="662" name="Google Shape;662;p92"/>
          <p:cNvSpPr/>
          <p:nvPr/>
        </p:nvSpPr>
        <p:spPr>
          <a:xfrm>
            <a:off x="3130721" y="1000628"/>
            <a:ext cx="2814761" cy="373051"/>
          </a:xfrm>
          <a:prstGeom prst="roundRect">
            <a:avLst>
              <a:gd name="adj" fmla="val 16667"/>
            </a:avLst>
          </a:prstGeom>
          <a:solidFill>
            <a:schemeClr val="lt1"/>
          </a:solidFill>
          <a:ln w="12700" cap="flat" cmpd="sng">
            <a:solidFill>
              <a:srgbClr val="92D050"/>
            </a:solidFill>
            <a:prstDash val="solid"/>
            <a:round/>
            <a:headEnd type="none" w="sm" len="sm"/>
            <a:tailEnd type="none" w="sm" len="sm"/>
          </a:ln>
        </p:spPr>
        <p:txBody>
          <a:bodyPr spcFirstLastPara="1" wrap="square" lIns="91425" tIns="45700" rIns="91425" bIns="45700" anchor="ctr" anchorCtr="0">
            <a:noAutofit/>
          </a:bodyPr>
          <a:lstStyle/>
          <a:p>
            <a:pPr marL="0" marR="0" lvl="2" indent="0" algn="ctr" rtl="0">
              <a:lnSpc>
                <a:spcPct val="100000"/>
              </a:lnSpc>
              <a:spcBef>
                <a:spcPts val="0"/>
              </a:spcBef>
              <a:spcAft>
                <a:spcPts val="0"/>
              </a:spcAft>
              <a:buNone/>
            </a:pPr>
            <a:r>
              <a:rPr lang="en" sz="1200" b="0" i="0" u="none" strike="noStrike" cap="none">
                <a:solidFill>
                  <a:srgbClr val="7F7F7F"/>
                </a:solidFill>
                <a:latin typeface="Avenir"/>
                <a:ea typeface="Avenir"/>
                <a:cs typeface="Avenir"/>
                <a:sym typeface="Avenir"/>
              </a:rPr>
              <a:t>Centralized &amp; Reliable Data System</a:t>
            </a:r>
            <a:endParaRPr/>
          </a:p>
        </p:txBody>
      </p:sp>
      <p:sp>
        <p:nvSpPr>
          <p:cNvPr id="663" name="Google Shape;663;p92"/>
          <p:cNvSpPr/>
          <p:nvPr/>
        </p:nvSpPr>
        <p:spPr>
          <a:xfrm>
            <a:off x="2700068" y="896977"/>
            <a:ext cx="564746" cy="545711"/>
          </a:xfrm>
          <a:prstGeom prst="ellipse">
            <a:avLst/>
          </a:prstGeom>
          <a:solidFill>
            <a:srgbClr val="92D050"/>
          </a:solidFill>
          <a:ln w="38100" cap="flat" cmpd="sng">
            <a:solidFill>
              <a:srgbClr val="92D050"/>
            </a:solidFill>
            <a:prstDash val="solid"/>
            <a:round/>
            <a:headEnd type="none" w="sm" len="sm"/>
            <a:tailEnd type="none" w="sm" len="sm"/>
          </a:ln>
        </p:spPr>
        <p:txBody>
          <a:bodyPr spcFirstLastPara="1" wrap="square" lIns="100000" tIns="60000" rIns="100000" bIns="6000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1" i="0" u="none" strike="noStrike" cap="none">
              <a:solidFill>
                <a:srgbClr val="1A5EB8"/>
              </a:solidFill>
              <a:latin typeface="Arial"/>
              <a:ea typeface="Arial"/>
              <a:cs typeface="Arial"/>
              <a:sym typeface="Arial"/>
            </a:endParaRPr>
          </a:p>
        </p:txBody>
      </p:sp>
      <p:sp>
        <p:nvSpPr>
          <p:cNvPr id="664" name="Google Shape;664;p92"/>
          <p:cNvSpPr/>
          <p:nvPr/>
        </p:nvSpPr>
        <p:spPr>
          <a:xfrm>
            <a:off x="3264813" y="1674651"/>
            <a:ext cx="3638732" cy="373051"/>
          </a:xfrm>
          <a:prstGeom prst="roundRect">
            <a:avLst>
              <a:gd name="adj" fmla="val 16667"/>
            </a:avLst>
          </a:prstGeom>
          <a:solidFill>
            <a:schemeClr val="lt1"/>
          </a:solid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2" indent="0" algn="ctr" rtl="0">
              <a:lnSpc>
                <a:spcPct val="100000"/>
              </a:lnSpc>
              <a:spcBef>
                <a:spcPts val="0"/>
              </a:spcBef>
              <a:spcAft>
                <a:spcPts val="0"/>
              </a:spcAft>
              <a:buNone/>
            </a:pPr>
            <a:r>
              <a:rPr lang="en" sz="1200" b="0" i="0" u="none" strike="noStrike" cap="none">
                <a:solidFill>
                  <a:srgbClr val="7F7F7F"/>
                </a:solidFill>
                <a:latin typeface="Avenir"/>
                <a:ea typeface="Avenir"/>
                <a:cs typeface="Avenir"/>
                <a:sym typeface="Avenir"/>
              </a:rPr>
              <a:t>Improved ability to track individuals over time</a:t>
            </a:r>
            <a:endParaRPr/>
          </a:p>
        </p:txBody>
      </p:sp>
      <p:sp>
        <p:nvSpPr>
          <p:cNvPr id="665" name="Google Shape;665;p92"/>
          <p:cNvSpPr/>
          <p:nvPr/>
        </p:nvSpPr>
        <p:spPr>
          <a:xfrm>
            <a:off x="2846774" y="1595468"/>
            <a:ext cx="564745" cy="540148"/>
          </a:xfrm>
          <a:prstGeom prst="ellipse">
            <a:avLst/>
          </a:prstGeom>
          <a:solidFill>
            <a:srgbClr val="FFC000"/>
          </a:solidFill>
          <a:ln w="38100" cap="flat" cmpd="sng">
            <a:solidFill>
              <a:srgbClr val="FFC000"/>
            </a:solidFill>
            <a:prstDash val="solid"/>
            <a:round/>
            <a:headEnd type="none" w="sm" len="sm"/>
            <a:tailEnd type="none" w="sm" len="sm"/>
          </a:ln>
        </p:spPr>
        <p:txBody>
          <a:bodyPr spcFirstLastPara="1" wrap="square" lIns="100000" tIns="60000" rIns="100000" bIns="6000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1" i="0" u="none" strike="noStrike" cap="none">
              <a:solidFill>
                <a:srgbClr val="1A5EB8"/>
              </a:solidFill>
              <a:latin typeface="Arial"/>
              <a:ea typeface="Arial"/>
              <a:cs typeface="Arial"/>
              <a:sym typeface="Arial"/>
            </a:endParaRPr>
          </a:p>
        </p:txBody>
      </p:sp>
      <p:sp>
        <p:nvSpPr>
          <p:cNvPr id="666" name="Google Shape;666;p92"/>
          <p:cNvSpPr/>
          <p:nvPr/>
        </p:nvSpPr>
        <p:spPr>
          <a:xfrm>
            <a:off x="3555356" y="2356078"/>
            <a:ext cx="4166400" cy="373200"/>
          </a:xfrm>
          <a:prstGeom prst="roundRect">
            <a:avLst>
              <a:gd name="adj" fmla="val 16667"/>
            </a:avLst>
          </a:prstGeom>
          <a:solidFill>
            <a:schemeClr val="lt1"/>
          </a:solidFill>
          <a:ln w="127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2" indent="0" algn="l" rtl="0">
              <a:lnSpc>
                <a:spcPct val="100000"/>
              </a:lnSpc>
              <a:spcBef>
                <a:spcPts val="0"/>
              </a:spcBef>
              <a:spcAft>
                <a:spcPts val="0"/>
              </a:spcAft>
              <a:buNone/>
            </a:pPr>
            <a:r>
              <a:rPr lang="en" sz="1200" b="0" i="0" u="none" strike="noStrike" cap="none">
                <a:solidFill>
                  <a:srgbClr val="7F7F7F"/>
                </a:solidFill>
                <a:latin typeface="Avenir"/>
                <a:ea typeface="Avenir"/>
                <a:cs typeface="Avenir"/>
                <a:sym typeface="Avenir"/>
              </a:rPr>
              <a:t>Better reporting and decision-making</a:t>
            </a:r>
            <a:endParaRPr/>
          </a:p>
        </p:txBody>
      </p:sp>
      <p:sp>
        <p:nvSpPr>
          <p:cNvPr id="667" name="Google Shape;667;p92"/>
          <p:cNvSpPr/>
          <p:nvPr/>
        </p:nvSpPr>
        <p:spPr>
          <a:xfrm>
            <a:off x="3073234" y="2261895"/>
            <a:ext cx="556907" cy="540148"/>
          </a:xfrm>
          <a:prstGeom prst="ellipse">
            <a:avLst/>
          </a:prstGeom>
          <a:solidFill>
            <a:srgbClr val="7EB7DE"/>
          </a:solidFill>
          <a:ln w="38100" cap="flat" cmpd="sng">
            <a:solidFill>
              <a:srgbClr val="7EB7DE"/>
            </a:solidFill>
            <a:prstDash val="solid"/>
            <a:round/>
            <a:headEnd type="none" w="sm" len="sm"/>
            <a:tailEnd type="none" w="sm" len="sm"/>
          </a:ln>
        </p:spPr>
        <p:txBody>
          <a:bodyPr spcFirstLastPara="1" wrap="square" lIns="100000" tIns="60000" rIns="100000" bIns="6000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1" i="0" u="none" strike="noStrike" cap="none">
              <a:solidFill>
                <a:srgbClr val="1A5EB8"/>
              </a:solidFill>
              <a:latin typeface="Arial"/>
              <a:ea typeface="Arial"/>
              <a:cs typeface="Arial"/>
              <a:sym typeface="Arial"/>
            </a:endParaRPr>
          </a:p>
        </p:txBody>
      </p:sp>
      <p:sp>
        <p:nvSpPr>
          <p:cNvPr id="668" name="Google Shape;668;p92"/>
          <p:cNvSpPr/>
          <p:nvPr/>
        </p:nvSpPr>
        <p:spPr>
          <a:xfrm>
            <a:off x="3124827" y="3678681"/>
            <a:ext cx="3740989" cy="373051"/>
          </a:xfrm>
          <a:prstGeom prst="roundRect">
            <a:avLst>
              <a:gd name="adj" fmla="val 16667"/>
            </a:avLst>
          </a:prstGeom>
          <a:solidFill>
            <a:schemeClr val="lt1"/>
          </a:solidFill>
          <a:ln w="127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2" indent="0" algn="ctr" rtl="0">
              <a:lnSpc>
                <a:spcPct val="100000"/>
              </a:lnSpc>
              <a:spcBef>
                <a:spcPts val="0"/>
              </a:spcBef>
              <a:spcAft>
                <a:spcPts val="0"/>
              </a:spcAft>
              <a:buNone/>
            </a:pPr>
            <a:r>
              <a:rPr lang="en" sz="1200" b="0" i="0" u="none" strike="noStrike" cap="none">
                <a:solidFill>
                  <a:srgbClr val="7F7F7F"/>
                </a:solidFill>
                <a:latin typeface="Avenir"/>
                <a:ea typeface="Avenir"/>
                <a:cs typeface="Avenir"/>
                <a:sym typeface="Avenir"/>
              </a:rPr>
              <a:t>Foundation for future automation and analytics</a:t>
            </a:r>
            <a:endParaRPr/>
          </a:p>
        </p:txBody>
      </p:sp>
      <p:sp>
        <p:nvSpPr>
          <p:cNvPr id="669" name="Google Shape;669;p92"/>
          <p:cNvSpPr/>
          <p:nvPr/>
        </p:nvSpPr>
        <p:spPr>
          <a:xfrm>
            <a:off x="2700068" y="3585613"/>
            <a:ext cx="564745" cy="545711"/>
          </a:xfrm>
          <a:prstGeom prst="ellipse">
            <a:avLst/>
          </a:prstGeom>
          <a:solidFill>
            <a:srgbClr val="7030A0"/>
          </a:solidFill>
          <a:ln w="38100" cap="flat" cmpd="sng">
            <a:solidFill>
              <a:srgbClr val="7030A0"/>
            </a:solidFill>
            <a:prstDash val="solid"/>
            <a:round/>
            <a:headEnd type="none" w="sm" len="sm"/>
            <a:tailEnd type="none" w="sm" len="sm"/>
          </a:ln>
        </p:spPr>
        <p:txBody>
          <a:bodyPr spcFirstLastPara="1" wrap="square" lIns="100000" tIns="60000" rIns="100000" bIns="6000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1" i="0" u="none" strike="noStrike" cap="none">
              <a:solidFill>
                <a:srgbClr val="1A5EB8"/>
              </a:solidFill>
              <a:latin typeface="Arial"/>
              <a:ea typeface="Arial"/>
              <a:cs typeface="Arial"/>
              <a:sym typeface="Arial"/>
            </a:endParaRPr>
          </a:p>
        </p:txBody>
      </p:sp>
      <p:sp>
        <p:nvSpPr>
          <p:cNvPr id="670" name="Google Shape;670;p92"/>
          <p:cNvSpPr/>
          <p:nvPr/>
        </p:nvSpPr>
        <p:spPr>
          <a:xfrm>
            <a:off x="3363066" y="3016193"/>
            <a:ext cx="4166371" cy="373051"/>
          </a:xfrm>
          <a:prstGeom prst="roundRect">
            <a:avLst>
              <a:gd name="adj" fmla="val 16667"/>
            </a:avLst>
          </a:prstGeom>
          <a:solidFill>
            <a:schemeClr val="lt1"/>
          </a:solidFill>
          <a:ln w="127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2" indent="0" algn="l" rtl="0">
              <a:lnSpc>
                <a:spcPct val="100000"/>
              </a:lnSpc>
              <a:spcBef>
                <a:spcPts val="0"/>
              </a:spcBef>
              <a:spcAft>
                <a:spcPts val="0"/>
              </a:spcAft>
              <a:buNone/>
            </a:pPr>
            <a:r>
              <a:rPr lang="en" sz="1200" b="0" i="0" u="none" strike="noStrike" cap="none">
                <a:solidFill>
                  <a:srgbClr val="7F7F7F"/>
                </a:solidFill>
                <a:latin typeface="Avenir"/>
                <a:ea typeface="Avenir"/>
                <a:cs typeface="Avenir"/>
                <a:sym typeface="Avenir"/>
              </a:rPr>
              <a:t>Clear visibility into workforce trends</a:t>
            </a:r>
            <a:endParaRPr/>
          </a:p>
        </p:txBody>
      </p:sp>
      <p:sp>
        <p:nvSpPr>
          <p:cNvPr id="671" name="Google Shape;671;p92"/>
          <p:cNvSpPr/>
          <p:nvPr/>
        </p:nvSpPr>
        <p:spPr>
          <a:xfrm>
            <a:off x="2856621" y="2916254"/>
            <a:ext cx="564745" cy="545711"/>
          </a:xfrm>
          <a:prstGeom prst="ellipse">
            <a:avLst/>
          </a:prstGeom>
          <a:solidFill>
            <a:srgbClr val="C00000"/>
          </a:solidFill>
          <a:ln w="38100" cap="flat" cmpd="sng">
            <a:solidFill>
              <a:srgbClr val="C00000"/>
            </a:solidFill>
            <a:prstDash val="solid"/>
            <a:round/>
            <a:headEnd type="none" w="sm" len="sm"/>
            <a:tailEnd type="none" w="sm" len="sm"/>
          </a:ln>
        </p:spPr>
        <p:txBody>
          <a:bodyPr spcFirstLastPara="1" wrap="square" lIns="100000" tIns="60000" rIns="100000" bIns="6000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1" i="0" u="none" strike="noStrike" cap="none">
              <a:solidFill>
                <a:srgbClr val="1A5EB8"/>
              </a:solidFill>
              <a:latin typeface="Arial"/>
              <a:ea typeface="Arial"/>
              <a:cs typeface="Arial"/>
              <a:sym typeface="Arial"/>
            </a:endParaRPr>
          </a:p>
        </p:txBody>
      </p:sp>
      <p:pic>
        <p:nvPicPr>
          <p:cNvPr id="672" name="Google Shape;672;p92"/>
          <p:cNvPicPr preferRelativeResize="0"/>
          <p:nvPr/>
        </p:nvPicPr>
        <p:blipFill>
          <a:blip r:embed="rId3">
            <a:alphaModFix/>
          </a:blip>
          <a:stretch>
            <a:fillRect/>
          </a:stretch>
        </p:blipFill>
        <p:spPr>
          <a:xfrm>
            <a:off x="2952475" y="1665777"/>
            <a:ext cx="373050" cy="373050"/>
          </a:xfrm>
          <a:prstGeom prst="rect">
            <a:avLst/>
          </a:prstGeom>
          <a:noFill/>
          <a:ln>
            <a:noFill/>
          </a:ln>
        </p:spPr>
      </p:pic>
      <p:pic>
        <p:nvPicPr>
          <p:cNvPr id="673" name="Google Shape;673;p92"/>
          <p:cNvPicPr preferRelativeResize="0"/>
          <p:nvPr/>
        </p:nvPicPr>
        <p:blipFill>
          <a:blip r:embed="rId4">
            <a:alphaModFix/>
          </a:blip>
          <a:stretch>
            <a:fillRect/>
          </a:stretch>
        </p:blipFill>
        <p:spPr>
          <a:xfrm>
            <a:off x="2768388" y="952263"/>
            <a:ext cx="428125" cy="428125"/>
          </a:xfrm>
          <a:prstGeom prst="rect">
            <a:avLst/>
          </a:prstGeom>
          <a:noFill/>
          <a:ln>
            <a:noFill/>
          </a:ln>
        </p:spPr>
      </p:pic>
      <p:pic>
        <p:nvPicPr>
          <p:cNvPr id="674" name="Google Shape;674;p92"/>
          <p:cNvPicPr preferRelativeResize="0"/>
          <p:nvPr/>
        </p:nvPicPr>
        <p:blipFill>
          <a:blip r:embed="rId5">
            <a:alphaModFix/>
          </a:blip>
          <a:stretch>
            <a:fillRect/>
          </a:stretch>
        </p:blipFill>
        <p:spPr>
          <a:xfrm>
            <a:off x="3165162" y="2339412"/>
            <a:ext cx="373050" cy="373050"/>
          </a:xfrm>
          <a:prstGeom prst="rect">
            <a:avLst/>
          </a:prstGeom>
          <a:noFill/>
          <a:ln>
            <a:noFill/>
          </a:ln>
        </p:spPr>
      </p:pic>
      <p:pic>
        <p:nvPicPr>
          <p:cNvPr id="675" name="Google Shape;675;p92"/>
          <p:cNvPicPr preferRelativeResize="0"/>
          <p:nvPr/>
        </p:nvPicPr>
        <p:blipFill>
          <a:blip r:embed="rId6">
            <a:alphaModFix/>
          </a:blip>
          <a:stretch>
            <a:fillRect/>
          </a:stretch>
        </p:blipFill>
        <p:spPr>
          <a:xfrm>
            <a:off x="2955263" y="3019949"/>
            <a:ext cx="347775" cy="347775"/>
          </a:xfrm>
          <a:prstGeom prst="rect">
            <a:avLst/>
          </a:prstGeom>
          <a:noFill/>
          <a:ln>
            <a:noFill/>
          </a:ln>
        </p:spPr>
      </p:pic>
      <p:pic>
        <p:nvPicPr>
          <p:cNvPr id="676" name="Google Shape;676;p92"/>
          <p:cNvPicPr preferRelativeResize="0"/>
          <p:nvPr/>
        </p:nvPicPr>
        <p:blipFill>
          <a:blip r:embed="rId7">
            <a:alphaModFix/>
          </a:blip>
          <a:stretch>
            <a:fillRect/>
          </a:stretch>
        </p:blipFill>
        <p:spPr>
          <a:xfrm>
            <a:off x="2795938" y="3665775"/>
            <a:ext cx="373050" cy="373050"/>
          </a:xfrm>
          <a:prstGeom prst="rect">
            <a:avLst/>
          </a:prstGeom>
          <a:noFill/>
          <a:ln>
            <a:noFill/>
          </a:ln>
        </p:spPr>
      </p:pic>
      <p:sp>
        <p:nvSpPr>
          <p:cNvPr id="677" name="Google Shape;677;p92"/>
          <p:cNvSpPr txBox="1">
            <a:spLocks noGrp="1"/>
          </p:cNvSpPr>
          <p:nvPr>
            <p:ph type="body" idx="3"/>
          </p:nvPr>
        </p:nvSpPr>
        <p:spPr>
          <a:xfrm>
            <a:off x="457200" y="4791246"/>
            <a:ext cx="6181200" cy="184800"/>
          </a:xfrm>
          <a:prstGeom prst="rect">
            <a:avLst/>
          </a:prstGeom>
          <a:noFill/>
          <a:ln>
            <a:noFill/>
          </a:ln>
        </p:spPr>
        <p:txBody>
          <a:bodyPr spcFirstLastPara="1" wrap="square" lIns="68575" tIns="34275" rIns="68575" bIns="34275" anchor="t" anchorCtr="0">
            <a:normAutofit lnSpcReduction="10000"/>
          </a:bodyPr>
          <a:lstStyle/>
          <a:p>
            <a:pPr marL="0" lvl="0" indent="0" algn="l" rtl="0">
              <a:spcBef>
                <a:spcPts val="0"/>
              </a:spcBef>
              <a:spcAft>
                <a:spcPts val="0"/>
              </a:spcAft>
              <a:buClr>
                <a:schemeClr val="dk1"/>
              </a:buClr>
              <a:buSzPts val="800"/>
              <a:buFont typeface="Arial"/>
              <a:buNone/>
            </a:pPr>
            <a:r>
              <a:rPr lang="en"/>
              <a:t>UNC School of Data Science &amp; Society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93"/>
          <p:cNvSpPr txBox="1">
            <a:spLocks noGrp="1"/>
          </p:cNvSpPr>
          <p:nvPr>
            <p:ph type="title"/>
          </p:nvPr>
        </p:nvSpPr>
        <p:spPr>
          <a:xfrm>
            <a:off x="464400" y="257175"/>
            <a:ext cx="6271500" cy="480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Future Work </a:t>
            </a:r>
            <a:endParaRPr/>
          </a:p>
        </p:txBody>
      </p:sp>
      <p:sp>
        <p:nvSpPr>
          <p:cNvPr id="683" name="Google Shape;683;p93"/>
          <p:cNvSpPr txBox="1">
            <a:spLocks noGrp="1"/>
          </p:cNvSpPr>
          <p:nvPr>
            <p:ph type="body" idx="1"/>
          </p:nvPr>
        </p:nvSpPr>
        <p:spPr>
          <a:xfrm>
            <a:off x="464400" y="1143775"/>
            <a:ext cx="6783600" cy="3456900"/>
          </a:xfrm>
          <a:prstGeom prst="rect">
            <a:avLst/>
          </a:prstGeom>
        </p:spPr>
        <p:txBody>
          <a:bodyPr spcFirstLastPara="1" wrap="square" lIns="68575" tIns="34275" rIns="68575" bIns="34275" anchor="t" anchorCtr="0">
            <a:normAutofit lnSpcReduction="20000"/>
          </a:bodyPr>
          <a:lstStyle/>
          <a:p>
            <a:pPr marL="457200" lvl="0" indent="-317500" algn="l" rtl="0">
              <a:lnSpc>
                <a:spcPct val="115000"/>
              </a:lnSpc>
              <a:spcBef>
                <a:spcPts val="800"/>
              </a:spcBef>
              <a:spcAft>
                <a:spcPts val="0"/>
              </a:spcAft>
              <a:buSzPts val="1400"/>
              <a:buChar char="•"/>
            </a:pPr>
            <a:r>
              <a:rPr lang="en" b="1"/>
              <a:t>Automate Drupal        Fabric Ingestion</a:t>
            </a:r>
            <a:endParaRPr b="1"/>
          </a:p>
          <a:p>
            <a:pPr marL="914400" lvl="1" indent="-317500" algn="l" rtl="0">
              <a:lnSpc>
                <a:spcPct val="115000"/>
              </a:lnSpc>
              <a:spcBef>
                <a:spcPts val="0"/>
              </a:spcBef>
              <a:spcAft>
                <a:spcPts val="0"/>
              </a:spcAft>
              <a:buSzPts val="1400"/>
              <a:buChar char="•"/>
            </a:pPr>
            <a:r>
              <a:rPr lang="en"/>
              <a:t>Replace manual exports with API or connector-based data flow</a:t>
            </a:r>
            <a:endParaRPr/>
          </a:p>
          <a:p>
            <a:pPr marL="457200" lvl="0" indent="-317500" algn="l" rtl="0">
              <a:lnSpc>
                <a:spcPct val="115000"/>
              </a:lnSpc>
              <a:spcBef>
                <a:spcPts val="0"/>
              </a:spcBef>
              <a:spcAft>
                <a:spcPts val="0"/>
              </a:spcAft>
              <a:buSzPts val="1400"/>
              <a:buChar char="•"/>
            </a:pPr>
            <a:r>
              <a:rPr lang="en" b="1"/>
              <a:t>Enhanced longitudinal tracking with timestamps</a:t>
            </a:r>
            <a:endParaRPr b="1"/>
          </a:p>
          <a:p>
            <a:pPr marL="914400" lvl="1" indent="-317500" algn="l" rtl="0">
              <a:lnSpc>
                <a:spcPct val="115000"/>
              </a:lnSpc>
              <a:spcBef>
                <a:spcPts val="0"/>
              </a:spcBef>
              <a:spcAft>
                <a:spcPts val="0"/>
              </a:spcAft>
              <a:buSzPts val="1400"/>
              <a:buChar char="•"/>
            </a:pPr>
            <a:r>
              <a:rPr lang="en"/>
              <a:t>Capture certification and employment dates to enable true historical analysis</a:t>
            </a:r>
            <a:endParaRPr/>
          </a:p>
          <a:p>
            <a:pPr marL="457200" lvl="0" indent="-317500" algn="l" rtl="0">
              <a:lnSpc>
                <a:spcPct val="115000"/>
              </a:lnSpc>
              <a:spcBef>
                <a:spcPts val="0"/>
              </a:spcBef>
              <a:spcAft>
                <a:spcPts val="0"/>
              </a:spcAft>
              <a:buSzPts val="1400"/>
              <a:buChar char="•"/>
            </a:pPr>
            <a:r>
              <a:rPr lang="en" b="1"/>
              <a:t>Expand reporting and trend analysis</a:t>
            </a:r>
            <a:endParaRPr b="1"/>
          </a:p>
          <a:p>
            <a:pPr marL="914400" lvl="1" indent="-317500" algn="l" rtl="0">
              <a:lnSpc>
                <a:spcPct val="115000"/>
              </a:lnSpc>
              <a:spcBef>
                <a:spcPts val="0"/>
              </a:spcBef>
              <a:spcAft>
                <a:spcPts val="0"/>
              </a:spcAft>
              <a:buSzPts val="1400"/>
              <a:buChar char="•"/>
            </a:pPr>
            <a:r>
              <a:rPr lang="en"/>
              <a:t>Track certification rates, employment outcomes, and retention over time </a:t>
            </a:r>
            <a:endParaRPr/>
          </a:p>
          <a:p>
            <a:pPr marL="457200" lvl="0" indent="-317500" algn="l" rtl="0">
              <a:lnSpc>
                <a:spcPct val="115000"/>
              </a:lnSpc>
              <a:spcBef>
                <a:spcPts val="0"/>
              </a:spcBef>
              <a:spcAft>
                <a:spcPts val="0"/>
              </a:spcAft>
              <a:buSzPts val="1400"/>
              <a:buChar char="•"/>
            </a:pPr>
            <a:r>
              <a:rPr lang="en" b="1"/>
              <a:t>Explore predictive modeling </a:t>
            </a:r>
            <a:endParaRPr b="1"/>
          </a:p>
          <a:p>
            <a:pPr marL="914400" lvl="1" indent="-317500" algn="l" rtl="0">
              <a:lnSpc>
                <a:spcPct val="115000"/>
              </a:lnSpc>
              <a:spcBef>
                <a:spcPts val="0"/>
              </a:spcBef>
              <a:spcAft>
                <a:spcPts val="0"/>
              </a:spcAft>
              <a:buSzPts val="1400"/>
              <a:buChar char="•"/>
            </a:pPr>
            <a:r>
              <a:rPr lang="en"/>
              <a:t>Forecast certification success, employment likelihood, and workforce trends</a:t>
            </a:r>
            <a:endParaRPr/>
          </a:p>
        </p:txBody>
      </p:sp>
      <p:sp>
        <p:nvSpPr>
          <p:cNvPr id="684" name="Google Shape;684;p93"/>
          <p:cNvSpPr/>
          <p:nvPr/>
        </p:nvSpPr>
        <p:spPr>
          <a:xfrm>
            <a:off x="3243475" y="1296475"/>
            <a:ext cx="364200" cy="114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5" name="Google Shape;685;p93"/>
          <p:cNvSpPr txBox="1">
            <a:spLocks noGrp="1"/>
          </p:cNvSpPr>
          <p:nvPr>
            <p:ph type="body" idx="2"/>
          </p:nvPr>
        </p:nvSpPr>
        <p:spPr>
          <a:xfrm>
            <a:off x="457200" y="4791246"/>
            <a:ext cx="6181200" cy="184800"/>
          </a:xfrm>
          <a:prstGeom prst="rect">
            <a:avLst/>
          </a:prstGeom>
          <a:noFill/>
          <a:ln>
            <a:noFill/>
          </a:ln>
        </p:spPr>
        <p:txBody>
          <a:bodyPr spcFirstLastPara="1" wrap="square" lIns="68575" tIns="34275" rIns="68575" bIns="34275" anchor="t" anchorCtr="0">
            <a:normAutofit lnSpcReduction="10000"/>
          </a:bodyPr>
          <a:lstStyle/>
          <a:p>
            <a:pPr marL="0" lvl="0" indent="0" algn="l" rtl="0">
              <a:spcBef>
                <a:spcPts val="0"/>
              </a:spcBef>
              <a:spcAft>
                <a:spcPts val="0"/>
              </a:spcAft>
              <a:buClr>
                <a:schemeClr val="dk1"/>
              </a:buClr>
              <a:buSzPts val="800"/>
              <a:buFont typeface="Arial"/>
              <a:buNone/>
            </a:pPr>
            <a:r>
              <a:rPr lang="en"/>
              <a:t>UNC School of Data Science &amp; Society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UNC 2025">
      <a:dk1>
        <a:srgbClr val="13284B"/>
      </a:dk1>
      <a:lt1>
        <a:srgbClr val="FFFFFF"/>
      </a:lt1>
      <a:dk2>
        <a:srgbClr val="000000"/>
      </a:dk2>
      <a:lt2>
        <a:srgbClr val="DBEBF6"/>
      </a:lt2>
      <a:accent1>
        <a:srgbClr val="4B9CD3"/>
      </a:accent1>
      <a:accent2>
        <a:srgbClr val="13294B"/>
      </a:accent2>
      <a:accent3>
        <a:srgbClr val="B7D7ED"/>
      </a:accent3>
      <a:accent4>
        <a:srgbClr val="93C3E5"/>
      </a:accent4>
      <a:accent5>
        <a:srgbClr val="6FB0DC"/>
      </a:accent5>
      <a:accent6>
        <a:srgbClr val="E5E5E5"/>
      </a:accent6>
      <a:hlink>
        <a:srgbClr val="007FA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UNC 2025">
      <a:dk1>
        <a:srgbClr val="13284B"/>
      </a:dk1>
      <a:lt1>
        <a:srgbClr val="FFFFFF"/>
      </a:lt1>
      <a:dk2>
        <a:srgbClr val="000000"/>
      </a:dk2>
      <a:lt2>
        <a:srgbClr val="DBEBF6"/>
      </a:lt2>
      <a:accent1>
        <a:srgbClr val="4B9CD3"/>
      </a:accent1>
      <a:accent2>
        <a:srgbClr val="13294B"/>
      </a:accent2>
      <a:accent3>
        <a:srgbClr val="B7D7ED"/>
      </a:accent3>
      <a:accent4>
        <a:srgbClr val="93C3E5"/>
      </a:accent4>
      <a:accent5>
        <a:srgbClr val="6FB0DC"/>
      </a:accent5>
      <a:accent6>
        <a:srgbClr val="E5E5E5"/>
      </a:accent6>
      <a:hlink>
        <a:srgbClr val="007FA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838</Words>
  <Application>Microsoft Macintosh PowerPoint</Application>
  <PresentationFormat>On-screen Show (16:9)</PresentationFormat>
  <Paragraphs>155</Paragraphs>
  <Slides>18</Slides>
  <Notes>18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18</vt:i4>
      </vt:variant>
    </vt:vector>
  </HeadingPairs>
  <TitlesOfParts>
    <vt:vector size="28" baseType="lpstr">
      <vt:lpstr>Plus Jakarta Sans</vt:lpstr>
      <vt:lpstr>Karla</vt:lpstr>
      <vt:lpstr>Avenir</vt:lpstr>
      <vt:lpstr>Work Sans</vt:lpstr>
      <vt:lpstr>Arial</vt:lpstr>
      <vt:lpstr>Rammetto One</vt:lpstr>
      <vt:lpstr>Calibri</vt:lpstr>
      <vt:lpstr>Simple Light</vt:lpstr>
      <vt:lpstr>Custom Design</vt:lpstr>
      <vt:lpstr>Custom Design</vt:lpstr>
      <vt:lpstr>NCCPSS Database Design</vt:lpstr>
      <vt:lpstr>What is NCCPSS?</vt:lpstr>
      <vt:lpstr>Background</vt:lpstr>
      <vt:lpstr>PowerPoint Presentation</vt:lpstr>
      <vt:lpstr>Stakeholders</vt:lpstr>
      <vt:lpstr>Technology Stack</vt:lpstr>
      <vt:lpstr>Data Flow</vt:lpstr>
      <vt:lpstr>Proposed Data Structure</vt:lpstr>
      <vt:lpstr>Data Pipeline - Full Build</vt:lpstr>
      <vt:lpstr>Cleaning and Standardizing Ex</vt:lpstr>
      <vt:lpstr>Incremental Pipeline Overview</vt:lpstr>
      <vt:lpstr>How Incremental Processing Works</vt:lpstr>
      <vt:lpstr>Dashboard Analytics</vt:lpstr>
      <vt:lpstr>PowerPoint Presentation</vt:lpstr>
      <vt:lpstr>Project Outcomes</vt:lpstr>
      <vt:lpstr>Project Impact</vt:lpstr>
      <vt:lpstr>Future Work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usman siddiqui</cp:lastModifiedBy>
  <cp:revision>1</cp:revision>
  <dcterms:modified xsi:type="dcterms:W3CDTF">2026-04-02T22:46:59Z</dcterms:modified>
</cp:coreProperties>
</file>